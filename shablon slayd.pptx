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lgerian" panose="04020705040A02060702" pitchFamily="82" charset="0"/>
      <p:regular r:id="rId20"/>
    </p:embeddedFont>
    <p:embeddedFont>
      <p:font typeface="DM Sans" panose="020F0502020204030204" pitchFamily="2" charset="0"/>
      <p:regular r:id="rId21"/>
      <p:bold r:id="rId22"/>
      <p:italic r:id="rId23"/>
      <p:boldItalic r:id="rId24"/>
    </p:embeddedFont>
    <p:embeddedFont>
      <p:font typeface="Impact" panose="020B0806030902050204" pitchFamily="34" charset="0"/>
      <p:regular r:id="rId25"/>
    </p:embeddedFont>
    <p:embeddedFont>
      <p:font typeface="Proxima Nova" panose="020B0604020202020204" charset="0"/>
      <p:regular r:id="rId26"/>
      <p:bold r:id="rId27"/>
      <p:italic r:id="rId28"/>
      <p:boldItalic r:id="rId29"/>
    </p:embeddedFont>
    <p:embeddedFont>
      <p:font typeface="PT Sans" panose="020F0502020204030204" pitchFamily="34" charset="-52"/>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1020"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188B9F-CEBC-4E22-99D2-57A81692D18A}" type="doc">
      <dgm:prSet loTypeId="urn:microsoft.com/office/officeart/2005/8/layout/vList5" loCatId="list" qsTypeId="urn:microsoft.com/office/officeart/2005/8/quickstyle/simple1" qsCatId="simple" csTypeId="urn:microsoft.com/office/officeart/2005/8/colors/accent6_5" csCatId="accent6" phldr="1"/>
      <dgm:spPr/>
      <dgm:t>
        <a:bodyPr/>
        <a:lstStyle/>
        <a:p>
          <a:endParaRPr lang="en-US"/>
        </a:p>
      </dgm:t>
    </dgm:pt>
    <dgm:pt modelId="{206B50CD-FC11-4CC9-966B-7ED1912296C1}">
      <dgm:prSet phldrT="[Text]" custT="1"/>
      <dgm:spPr/>
      <dgm:t>
        <a:bodyPr/>
        <a:lstStyle/>
        <a:p>
          <a:r>
            <a:rPr lang="en-US" sz="8000" dirty="0">
              <a:latin typeface="Algerian" panose="04020705040A02060702" pitchFamily="82" charset="0"/>
            </a:rPr>
            <a:t>1</a:t>
          </a:r>
        </a:p>
      </dgm:t>
    </dgm:pt>
    <dgm:pt modelId="{7B1313AB-D322-4215-AEF8-F530F435C263}" type="parTrans" cxnId="{A11E9450-8EFD-4B7C-8586-D59714200EE5}">
      <dgm:prSet/>
      <dgm:spPr/>
      <dgm:t>
        <a:bodyPr/>
        <a:lstStyle/>
        <a:p>
          <a:endParaRPr lang="en-US"/>
        </a:p>
      </dgm:t>
    </dgm:pt>
    <dgm:pt modelId="{9E7E4669-79F0-4380-9F51-3025EE1FB1BA}" type="sibTrans" cxnId="{A11E9450-8EFD-4B7C-8586-D59714200EE5}">
      <dgm:prSet/>
      <dgm:spPr/>
      <dgm:t>
        <a:bodyPr/>
        <a:lstStyle/>
        <a:p>
          <a:endParaRPr lang="en-US"/>
        </a:p>
      </dgm:t>
    </dgm:pt>
    <dgm:pt modelId="{2FC81B18-C258-4F11-88DF-037C5AFE7DD5}">
      <dgm:prSet phldrT="[Text]"/>
      <dgm:spPr/>
      <dgm:t>
        <a:bodyPr/>
        <a:lstStyle/>
        <a:p>
          <a:pPr>
            <a:buNone/>
          </a:pPr>
          <a:r>
            <a:rPr lang="en-US" dirty="0"/>
            <a:t> </a:t>
          </a:r>
        </a:p>
      </dgm:t>
    </dgm:pt>
    <dgm:pt modelId="{55A0F051-C843-47BE-B957-2FC9154553FA}" type="parTrans" cxnId="{457F9C37-C1A7-4621-93EC-A94A64EB8618}">
      <dgm:prSet/>
      <dgm:spPr/>
      <dgm:t>
        <a:bodyPr/>
        <a:lstStyle/>
        <a:p>
          <a:endParaRPr lang="en-US"/>
        </a:p>
      </dgm:t>
    </dgm:pt>
    <dgm:pt modelId="{F53CC379-D516-4763-BB13-C72F3E124E26}" type="sibTrans" cxnId="{457F9C37-C1A7-4621-93EC-A94A64EB8618}">
      <dgm:prSet/>
      <dgm:spPr/>
      <dgm:t>
        <a:bodyPr/>
        <a:lstStyle/>
        <a:p>
          <a:endParaRPr lang="en-US"/>
        </a:p>
      </dgm:t>
    </dgm:pt>
    <dgm:pt modelId="{01894A8D-A49A-4478-A125-9490DF3439EA}">
      <dgm:prSet phldrT="[Text]" custT="1"/>
      <dgm:spPr/>
      <dgm:t>
        <a:bodyPr/>
        <a:lstStyle/>
        <a:p>
          <a:r>
            <a:rPr lang="en-US" sz="8000" dirty="0">
              <a:latin typeface="Algerian" panose="04020705040A02060702" pitchFamily="82" charset="0"/>
            </a:rPr>
            <a:t>2</a:t>
          </a:r>
        </a:p>
      </dgm:t>
    </dgm:pt>
    <dgm:pt modelId="{99061D46-5AB5-4205-9C2A-769B8A5DA61F}" type="parTrans" cxnId="{36759C9E-BD7E-4BF7-BFB0-DC817983A513}">
      <dgm:prSet/>
      <dgm:spPr/>
      <dgm:t>
        <a:bodyPr/>
        <a:lstStyle/>
        <a:p>
          <a:endParaRPr lang="en-US"/>
        </a:p>
      </dgm:t>
    </dgm:pt>
    <dgm:pt modelId="{F1FF4BD8-1D41-4B0B-8C90-A88AAD101536}" type="sibTrans" cxnId="{36759C9E-BD7E-4BF7-BFB0-DC817983A513}">
      <dgm:prSet/>
      <dgm:spPr/>
      <dgm:t>
        <a:bodyPr/>
        <a:lstStyle/>
        <a:p>
          <a:endParaRPr lang="en-US"/>
        </a:p>
      </dgm:t>
    </dgm:pt>
    <dgm:pt modelId="{7363C385-07E9-4972-8018-31B5BD0186E9}">
      <dgm:prSet phldrT="[Text]"/>
      <dgm:spPr/>
      <dgm:t>
        <a:bodyPr/>
        <a:lstStyle/>
        <a:p>
          <a:pPr>
            <a:buNone/>
          </a:pPr>
          <a:r>
            <a:rPr lang="en-US" dirty="0"/>
            <a:t> </a:t>
          </a:r>
        </a:p>
      </dgm:t>
    </dgm:pt>
    <dgm:pt modelId="{26ED3B0C-12EA-466A-BBBD-642DDA45989D}" type="parTrans" cxnId="{809FA1A3-999C-4DE3-8B8E-DA805E7E9800}">
      <dgm:prSet/>
      <dgm:spPr/>
      <dgm:t>
        <a:bodyPr/>
        <a:lstStyle/>
        <a:p>
          <a:endParaRPr lang="en-US"/>
        </a:p>
      </dgm:t>
    </dgm:pt>
    <dgm:pt modelId="{116877E1-AC3B-43FE-9318-BDE4B4BC0EA4}" type="sibTrans" cxnId="{809FA1A3-999C-4DE3-8B8E-DA805E7E9800}">
      <dgm:prSet/>
      <dgm:spPr/>
      <dgm:t>
        <a:bodyPr/>
        <a:lstStyle/>
        <a:p>
          <a:endParaRPr lang="en-US"/>
        </a:p>
      </dgm:t>
    </dgm:pt>
    <dgm:pt modelId="{3AEE2ABE-0E5E-46DD-8169-3A81734CF1BC}">
      <dgm:prSet phldrT="[Text]" custT="1"/>
      <dgm:spPr/>
      <dgm:t>
        <a:bodyPr/>
        <a:lstStyle/>
        <a:p>
          <a:r>
            <a:rPr lang="en-US" sz="8000" dirty="0">
              <a:latin typeface="Algerian" panose="04020705040A02060702" pitchFamily="82" charset="0"/>
            </a:rPr>
            <a:t>3</a:t>
          </a:r>
        </a:p>
      </dgm:t>
    </dgm:pt>
    <dgm:pt modelId="{B3D7DF21-29B4-429A-AF52-484D7CBD6154}" type="parTrans" cxnId="{3710FA2E-FE3C-4695-A6B4-A2103F6EF3ED}">
      <dgm:prSet/>
      <dgm:spPr/>
      <dgm:t>
        <a:bodyPr/>
        <a:lstStyle/>
        <a:p>
          <a:endParaRPr lang="en-US"/>
        </a:p>
      </dgm:t>
    </dgm:pt>
    <dgm:pt modelId="{C10B70A2-F485-4850-B976-F0D64071C866}" type="sibTrans" cxnId="{3710FA2E-FE3C-4695-A6B4-A2103F6EF3ED}">
      <dgm:prSet/>
      <dgm:spPr/>
      <dgm:t>
        <a:bodyPr/>
        <a:lstStyle/>
        <a:p>
          <a:endParaRPr lang="en-US"/>
        </a:p>
      </dgm:t>
    </dgm:pt>
    <dgm:pt modelId="{AC2245B3-A217-4D87-91EC-A9BE9C3B2AE6}">
      <dgm:prSet phldrT="[Text]"/>
      <dgm:spPr/>
      <dgm:t>
        <a:bodyPr/>
        <a:lstStyle/>
        <a:p>
          <a:pPr>
            <a:buNone/>
          </a:pPr>
          <a:r>
            <a:rPr lang="en-US" dirty="0"/>
            <a:t> </a:t>
          </a:r>
        </a:p>
      </dgm:t>
    </dgm:pt>
    <dgm:pt modelId="{08FB0BEC-8B08-4951-925E-FBAE699C5BCC}" type="parTrans" cxnId="{D2875924-61AF-47F5-8186-8BC325AB0195}">
      <dgm:prSet/>
      <dgm:spPr/>
      <dgm:t>
        <a:bodyPr/>
        <a:lstStyle/>
        <a:p>
          <a:endParaRPr lang="en-US"/>
        </a:p>
      </dgm:t>
    </dgm:pt>
    <dgm:pt modelId="{CD650A2D-037E-4A61-B319-62FB4F3CC169}" type="sibTrans" cxnId="{D2875924-61AF-47F5-8186-8BC325AB0195}">
      <dgm:prSet/>
      <dgm:spPr/>
      <dgm:t>
        <a:bodyPr/>
        <a:lstStyle/>
        <a:p>
          <a:endParaRPr lang="en-US"/>
        </a:p>
      </dgm:t>
    </dgm:pt>
    <dgm:pt modelId="{94EA9A4A-F5F5-4731-8C53-60E28337FB08}" type="pres">
      <dgm:prSet presAssocID="{F8188B9F-CEBC-4E22-99D2-57A81692D18A}" presName="Name0" presStyleCnt="0">
        <dgm:presLayoutVars>
          <dgm:dir/>
          <dgm:animLvl val="lvl"/>
          <dgm:resizeHandles val="exact"/>
        </dgm:presLayoutVars>
      </dgm:prSet>
      <dgm:spPr/>
    </dgm:pt>
    <dgm:pt modelId="{4CE4D844-D062-402D-AB4F-6DE8648F7395}" type="pres">
      <dgm:prSet presAssocID="{206B50CD-FC11-4CC9-966B-7ED1912296C1}" presName="linNode" presStyleCnt="0"/>
      <dgm:spPr/>
    </dgm:pt>
    <dgm:pt modelId="{7DDFC7CB-31FA-4ACC-A8A1-CB0CF9875788}" type="pres">
      <dgm:prSet presAssocID="{206B50CD-FC11-4CC9-966B-7ED1912296C1}" presName="parentText" presStyleLbl="node1" presStyleIdx="0" presStyleCnt="3" custScaleX="38536">
        <dgm:presLayoutVars>
          <dgm:chMax val="1"/>
          <dgm:bulletEnabled val="1"/>
        </dgm:presLayoutVars>
      </dgm:prSet>
      <dgm:spPr/>
    </dgm:pt>
    <dgm:pt modelId="{455751B7-EA1D-4317-A4F9-E64848648F19}" type="pres">
      <dgm:prSet presAssocID="{206B50CD-FC11-4CC9-966B-7ED1912296C1}" presName="descendantText" presStyleLbl="alignAccFollowNode1" presStyleIdx="0" presStyleCnt="3" custScaleX="124634" custScaleY="112844">
        <dgm:presLayoutVars>
          <dgm:bulletEnabled val="1"/>
        </dgm:presLayoutVars>
      </dgm:prSet>
      <dgm:spPr/>
    </dgm:pt>
    <dgm:pt modelId="{86C7B14D-C862-42DD-946D-2A3A78692712}" type="pres">
      <dgm:prSet presAssocID="{9E7E4669-79F0-4380-9F51-3025EE1FB1BA}" presName="sp" presStyleCnt="0"/>
      <dgm:spPr/>
    </dgm:pt>
    <dgm:pt modelId="{B9EC8D17-343A-45D9-818A-4970AC5DDDCC}" type="pres">
      <dgm:prSet presAssocID="{01894A8D-A49A-4478-A125-9490DF3439EA}" presName="linNode" presStyleCnt="0"/>
      <dgm:spPr/>
    </dgm:pt>
    <dgm:pt modelId="{9817DD2B-9A3D-4326-B2C9-FB4B951C5632}" type="pres">
      <dgm:prSet presAssocID="{01894A8D-A49A-4478-A125-9490DF3439EA}" presName="parentText" presStyleLbl="node1" presStyleIdx="1" presStyleCnt="3" custScaleX="38536">
        <dgm:presLayoutVars>
          <dgm:chMax val="1"/>
          <dgm:bulletEnabled val="1"/>
        </dgm:presLayoutVars>
      </dgm:prSet>
      <dgm:spPr/>
    </dgm:pt>
    <dgm:pt modelId="{AC3222D2-4FCB-4CE0-8E91-8CCB8612F4C8}" type="pres">
      <dgm:prSet presAssocID="{01894A8D-A49A-4478-A125-9490DF3439EA}" presName="descendantText" presStyleLbl="alignAccFollowNode1" presStyleIdx="1" presStyleCnt="3" custScaleX="124634" custScaleY="112844">
        <dgm:presLayoutVars>
          <dgm:bulletEnabled val="1"/>
        </dgm:presLayoutVars>
      </dgm:prSet>
      <dgm:spPr/>
    </dgm:pt>
    <dgm:pt modelId="{E02D1591-AA9E-4EE0-A82E-582D2681DE91}" type="pres">
      <dgm:prSet presAssocID="{F1FF4BD8-1D41-4B0B-8C90-A88AAD101536}" presName="sp" presStyleCnt="0"/>
      <dgm:spPr/>
    </dgm:pt>
    <dgm:pt modelId="{B0329BCB-C873-4737-A8B6-666F08B8C03C}" type="pres">
      <dgm:prSet presAssocID="{3AEE2ABE-0E5E-46DD-8169-3A81734CF1BC}" presName="linNode" presStyleCnt="0"/>
      <dgm:spPr/>
    </dgm:pt>
    <dgm:pt modelId="{BACFAB28-2B9C-4DF2-8712-4A754DD0E505}" type="pres">
      <dgm:prSet presAssocID="{3AEE2ABE-0E5E-46DD-8169-3A81734CF1BC}" presName="parentText" presStyleLbl="node1" presStyleIdx="2" presStyleCnt="3" custScaleX="38536">
        <dgm:presLayoutVars>
          <dgm:chMax val="1"/>
          <dgm:bulletEnabled val="1"/>
        </dgm:presLayoutVars>
      </dgm:prSet>
      <dgm:spPr/>
    </dgm:pt>
    <dgm:pt modelId="{9C202FE9-4E06-48F9-911F-4348407BE535}" type="pres">
      <dgm:prSet presAssocID="{3AEE2ABE-0E5E-46DD-8169-3A81734CF1BC}" presName="descendantText" presStyleLbl="alignAccFollowNode1" presStyleIdx="2" presStyleCnt="3" custScaleX="124634" custScaleY="112844">
        <dgm:presLayoutVars>
          <dgm:bulletEnabled val="1"/>
        </dgm:presLayoutVars>
      </dgm:prSet>
      <dgm:spPr/>
    </dgm:pt>
  </dgm:ptLst>
  <dgm:cxnLst>
    <dgm:cxn modelId="{090D0715-D79F-4514-8C46-B6BCC794F2AF}" type="presOf" srcId="{AC2245B3-A217-4D87-91EC-A9BE9C3B2AE6}" destId="{9C202FE9-4E06-48F9-911F-4348407BE535}" srcOrd="0" destOrd="0" presId="urn:microsoft.com/office/officeart/2005/8/layout/vList5"/>
    <dgm:cxn modelId="{C66C7E1F-0DEF-4220-A4EF-0CD8C8CD00B5}" type="presOf" srcId="{3AEE2ABE-0E5E-46DD-8169-3A81734CF1BC}" destId="{BACFAB28-2B9C-4DF2-8712-4A754DD0E505}" srcOrd="0" destOrd="0" presId="urn:microsoft.com/office/officeart/2005/8/layout/vList5"/>
    <dgm:cxn modelId="{D2875924-61AF-47F5-8186-8BC325AB0195}" srcId="{3AEE2ABE-0E5E-46DD-8169-3A81734CF1BC}" destId="{AC2245B3-A217-4D87-91EC-A9BE9C3B2AE6}" srcOrd="0" destOrd="0" parTransId="{08FB0BEC-8B08-4951-925E-FBAE699C5BCC}" sibTransId="{CD650A2D-037E-4A61-B319-62FB4F3CC169}"/>
    <dgm:cxn modelId="{3710FA2E-FE3C-4695-A6B4-A2103F6EF3ED}" srcId="{F8188B9F-CEBC-4E22-99D2-57A81692D18A}" destId="{3AEE2ABE-0E5E-46DD-8169-3A81734CF1BC}" srcOrd="2" destOrd="0" parTransId="{B3D7DF21-29B4-429A-AF52-484D7CBD6154}" sibTransId="{C10B70A2-F485-4850-B976-F0D64071C866}"/>
    <dgm:cxn modelId="{457F9C37-C1A7-4621-93EC-A94A64EB8618}" srcId="{206B50CD-FC11-4CC9-966B-7ED1912296C1}" destId="{2FC81B18-C258-4F11-88DF-037C5AFE7DD5}" srcOrd="0" destOrd="0" parTransId="{55A0F051-C843-47BE-B957-2FC9154553FA}" sibTransId="{F53CC379-D516-4763-BB13-C72F3E124E26}"/>
    <dgm:cxn modelId="{56794C3C-B82B-460C-A1D6-7CEF7FFC4D02}" type="presOf" srcId="{01894A8D-A49A-4478-A125-9490DF3439EA}" destId="{9817DD2B-9A3D-4326-B2C9-FB4B951C5632}" srcOrd="0" destOrd="0" presId="urn:microsoft.com/office/officeart/2005/8/layout/vList5"/>
    <dgm:cxn modelId="{CB020C5B-EE27-4174-89BA-AECBBF13FE73}" type="presOf" srcId="{2FC81B18-C258-4F11-88DF-037C5AFE7DD5}" destId="{455751B7-EA1D-4317-A4F9-E64848648F19}" srcOrd="0" destOrd="0" presId="urn:microsoft.com/office/officeart/2005/8/layout/vList5"/>
    <dgm:cxn modelId="{A11E9450-8EFD-4B7C-8586-D59714200EE5}" srcId="{F8188B9F-CEBC-4E22-99D2-57A81692D18A}" destId="{206B50CD-FC11-4CC9-966B-7ED1912296C1}" srcOrd="0" destOrd="0" parTransId="{7B1313AB-D322-4215-AEF8-F530F435C263}" sibTransId="{9E7E4669-79F0-4380-9F51-3025EE1FB1BA}"/>
    <dgm:cxn modelId="{59B2477F-D6CC-478C-9722-B0FF31654E69}" type="presOf" srcId="{206B50CD-FC11-4CC9-966B-7ED1912296C1}" destId="{7DDFC7CB-31FA-4ACC-A8A1-CB0CF9875788}" srcOrd="0" destOrd="0" presId="urn:microsoft.com/office/officeart/2005/8/layout/vList5"/>
    <dgm:cxn modelId="{36759C9E-BD7E-4BF7-BFB0-DC817983A513}" srcId="{F8188B9F-CEBC-4E22-99D2-57A81692D18A}" destId="{01894A8D-A49A-4478-A125-9490DF3439EA}" srcOrd="1" destOrd="0" parTransId="{99061D46-5AB5-4205-9C2A-769B8A5DA61F}" sibTransId="{F1FF4BD8-1D41-4B0B-8C90-A88AAD101536}"/>
    <dgm:cxn modelId="{809FA1A3-999C-4DE3-8B8E-DA805E7E9800}" srcId="{01894A8D-A49A-4478-A125-9490DF3439EA}" destId="{7363C385-07E9-4972-8018-31B5BD0186E9}" srcOrd="0" destOrd="0" parTransId="{26ED3B0C-12EA-466A-BBBD-642DDA45989D}" sibTransId="{116877E1-AC3B-43FE-9318-BDE4B4BC0EA4}"/>
    <dgm:cxn modelId="{4F5E31C0-9182-4BEE-A487-C30EA9C4DF19}" type="presOf" srcId="{F8188B9F-CEBC-4E22-99D2-57A81692D18A}" destId="{94EA9A4A-F5F5-4731-8C53-60E28337FB08}" srcOrd="0" destOrd="0" presId="urn:microsoft.com/office/officeart/2005/8/layout/vList5"/>
    <dgm:cxn modelId="{125122FD-A238-4CE7-B4FD-97CA807C44D7}" type="presOf" srcId="{7363C385-07E9-4972-8018-31B5BD0186E9}" destId="{AC3222D2-4FCB-4CE0-8E91-8CCB8612F4C8}" srcOrd="0" destOrd="0" presId="urn:microsoft.com/office/officeart/2005/8/layout/vList5"/>
    <dgm:cxn modelId="{81252D41-428C-4B96-8AAF-40B825BF9A0F}" type="presParOf" srcId="{94EA9A4A-F5F5-4731-8C53-60E28337FB08}" destId="{4CE4D844-D062-402D-AB4F-6DE8648F7395}" srcOrd="0" destOrd="0" presId="urn:microsoft.com/office/officeart/2005/8/layout/vList5"/>
    <dgm:cxn modelId="{6BA8DFCA-05F2-48CC-B554-E2B7D0546475}" type="presParOf" srcId="{4CE4D844-D062-402D-AB4F-6DE8648F7395}" destId="{7DDFC7CB-31FA-4ACC-A8A1-CB0CF9875788}" srcOrd="0" destOrd="0" presId="urn:microsoft.com/office/officeart/2005/8/layout/vList5"/>
    <dgm:cxn modelId="{EBFF5CC1-D8C8-48DA-8768-20950356098E}" type="presParOf" srcId="{4CE4D844-D062-402D-AB4F-6DE8648F7395}" destId="{455751B7-EA1D-4317-A4F9-E64848648F19}" srcOrd="1" destOrd="0" presId="urn:microsoft.com/office/officeart/2005/8/layout/vList5"/>
    <dgm:cxn modelId="{01E9CAD1-70D0-4016-B848-EFCB97968B13}" type="presParOf" srcId="{94EA9A4A-F5F5-4731-8C53-60E28337FB08}" destId="{86C7B14D-C862-42DD-946D-2A3A78692712}" srcOrd="1" destOrd="0" presId="urn:microsoft.com/office/officeart/2005/8/layout/vList5"/>
    <dgm:cxn modelId="{D01A025D-34D8-45B0-8041-301DC5D761C0}" type="presParOf" srcId="{94EA9A4A-F5F5-4731-8C53-60E28337FB08}" destId="{B9EC8D17-343A-45D9-818A-4970AC5DDDCC}" srcOrd="2" destOrd="0" presId="urn:microsoft.com/office/officeart/2005/8/layout/vList5"/>
    <dgm:cxn modelId="{B2E06487-7D7B-4CFE-9FD6-79EE6417E01B}" type="presParOf" srcId="{B9EC8D17-343A-45D9-818A-4970AC5DDDCC}" destId="{9817DD2B-9A3D-4326-B2C9-FB4B951C5632}" srcOrd="0" destOrd="0" presId="urn:microsoft.com/office/officeart/2005/8/layout/vList5"/>
    <dgm:cxn modelId="{401B4101-7C14-46E3-9C0F-410C706B4083}" type="presParOf" srcId="{B9EC8D17-343A-45D9-818A-4970AC5DDDCC}" destId="{AC3222D2-4FCB-4CE0-8E91-8CCB8612F4C8}" srcOrd="1" destOrd="0" presId="urn:microsoft.com/office/officeart/2005/8/layout/vList5"/>
    <dgm:cxn modelId="{EF21B0CD-621B-4962-8DF2-6CDC9A39D53E}" type="presParOf" srcId="{94EA9A4A-F5F5-4731-8C53-60E28337FB08}" destId="{E02D1591-AA9E-4EE0-A82E-582D2681DE91}" srcOrd="3" destOrd="0" presId="urn:microsoft.com/office/officeart/2005/8/layout/vList5"/>
    <dgm:cxn modelId="{71908BEA-801B-4EE2-A360-5C408F427B96}" type="presParOf" srcId="{94EA9A4A-F5F5-4731-8C53-60E28337FB08}" destId="{B0329BCB-C873-4737-A8B6-666F08B8C03C}" srcOrd="4" destOrd="0" presId="urn:microsoft.com/office/officeart/2005/8/layout/vList5"/>
    <dgm:cxn modelId="{E0E745CA-5A42-486E-96D7-1F0BF1366808}" type="presParOf" srcId="{B0329BCB-C873-4737-A8B6-666F08B8C03C}" destId="{BACFAB28-2B9C-4DF2-8712-4A754DD0E505}" srcOrd="0" destOrd="0" presId="urn:microsoft.com/office/officeart/2005/8/layout/vList5"/>
    <dgm:cxn modelId="{3FF29F0E-BAC7-44EB-955A-097CE78B114B}" type="presParOf" srcId="{B0329BCB-C873-4737-A8B6-666F08B8C03C}" destId="{9C202FE9-4E06-48F9-911F-4348407BE53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D476E3-8D56-4419-85BC-59E7AF5D482A}" type="doc">
      <dgm:prSet loTypeId="urn:microsoft.com/office/officeart/2005/8/layout/radial4" loCatId="relationship" qsTypeId="urn:microsoft.com/office/officeart/2005/8/quickstyle/simple3" qsCatId="simple" csTypeId="urn:microsoft.com/office/officeart/2005/8/colors/colorful5" csCatId="colorful" phldr="1"/>
      <dgm:spPr/>
      <dgm:t>
        <a:bodyPr/>
        <a:lstStyle/>
        <a:p>
          <a:endParaRPr lang="en-US"/>
        </a:p>
      </dgm:t>
    </dgm:pt>
    <dgm:pt modelId="{7C4C4E88-74FA-4B3E-BCC4-3F84CA7C6C17}">
      <dgm:prSet phldrT="[Text]"/>
      <dgm:spPr/>
      <dgm:t>
        <a:bodyPr/>
        <a:lstStyle/>
        <a:p>
          <a:r>
            <a:rPr lang="en-US" dirty="0"/>
            <a:t> </a:t>
          </a:r>
        </a:p>
      </dgm:t>
    </dgm:pt>
    <dgm:pt modelId="{9F190574-5B97-422B-9FA8-A1FD7C615AF3}" type="parTrans" cxnId="{18EE3CA8-6045-43D9-8AC1-BC0B1E646512}">
      <dgm:prSet/>
      <dgm:spPr/>
      <dgm:t>
        <a:bodyPr/>
        <a:lstStyle/>
        <a:p>
          <a:endParaRPr lang="en-US"/>
        </a:p>
      </dgm:t>
    </dgm:pt>
    <dgm:pt modelId="{58463DF9-9CAB-4425-8BA3-6E78F9D05B52}" type="sibTrans" cxnId="{18EE3CA8-6045-43D9-8AC1-BC0B1E646512}">
      <dgm:prSet/>
      <dgm:spPr/>
      <dgm:t>
        <a:bodyPr/>
        <a:lstStyle/>
        <a:p>
          <a:endParaRPr lang="en-US"/>
        </a:p>
      </dgm:t>
    </dgm:pt>
    <dgm:pt modelId="{760BB5C1-A321-44D8-879E-7C6AA803A6BE}">
      <dgm:prSet phldrT="[Text]"/>
      <dgm:spPr/>
      <dgm:t>
        <a:bodyPr/>
        <a:lstStyle/>
        <a:p>
          <a:r>
            <a:rPr lang="en-US" dirty="0"/>
            <a:t> </a:t>
          </a:r>
        </a:p>
      </dgm:t>
    </dgm:pt>
    <dgm:pt modelId="{40FEBA53-EE44-4713-A54F-F5A03916A3E8}" type="parTrans" cxnId="{44669FA5-6E4E-4D93-B234-164698FB1617}">
      <dgm:prSet/>
      <dgm:spPr/>
      <dgm:t>
        <a:bodyPr/>
        <a:lstStyle/>
        <a:p>
          <a:endParaRPr lang="en-US"/>
        </a:p>
      </dgm:t>
    </dgm:pt>
    <dgm:pt modelId="{47F20F82-B54F-47F2-B1B3-EA2D6B78C759}" type="sibTrans" cxnId="{44669FA5-6E4E-4D93-B234-164698FB1617}">
      <dgm:prSet/>
      <dgm:spPr/>
      <dgm:t>
        <a:bodyPr/>
        <a:lstStyle/>
        <a:p>
          <a:endParaRPr lang="en-US"/>
        </a:p>
      </dgm:t>
    </dgm:pt>
    <dgm:pt modelId="{0B4B03BA-048B-4A39-A6A3-708B6E89F560}">
      <dgm:prSet phldrT="[Text]"/>
      <dgm:spPr/>
      <dgm:t>
        <a:bodyPr/>
        <a:lstStyle/>
        <a:p>
          <a:r>
            <a:rPr lang="en-US" dirty="0"/>
            <a:t> </a:t>
          </a:r>
        </a:p>
      </dgm:t>
    </dgm:pt>
    <dgm:pt modelId="{E05C5CBC-56B1-4250-AD04-FFB6B3AEFB1D}" type="parTrans" cxnId="{A1485927-199A-428D-A39B-FBD4FCD33C29}">
      <dgm:prSet/>
      <dgm:spPr/>
      <dgm:t>
        <a:bodyPr/>
        <a:lstStyle/>
        <a:p>
          <a:endParaRPr lang="en-US"/>
        </a:p>
      </dgm:t>
    </dgm:pt>
    <dgm:pt modelId="{D9BCDD0F-3B15-479C-B69D-1BB678791AD5}" type="sibTrans" cxnId="{A1485927-199A-428D-A39B-FBD4FCD33C29}">
      <dgm:prSet/>
      <dgm:spPr/>
      <dgm:t>
        <a:bodyPr/>
        <a:lstStyle/>
        <a:p>
          <a:endParaRPr lang="en-US"/>
        </a:p>
      </dgm:t>
    </dgm:pt>
    <dgm:pt modelId="{BDF15F6D-5ADE-46C7-B012-B38C54C48B1D}">
      <dgm:prSet phldrT="[Text]"/>
      <dgm:spPr/>
      <dgm:t>
        <a:bodyPr/>
        <a:lstStyle/>
        <a:p>
          <a:r>
            <a:rPr lang="en-US" dirty="0"/>
            <a:t> </a:t>
          </a:r>
        </a:p>
      </dgm:t>
    </dgm:pt>
    <dgm:pt modelId="{393306C7-8D21-4D37-AB5D-85CA6C3C66F6}" type="parTrans" cxnId="{15DBF52A-8534-4EC6-9871-3D7488098D80}">
      <dgm:prSet/>
      <dgm:spPr/>
      <dgm:t>
        <a:bodyPr/>
        <a:lstStyle/>
        <a:p>
          <a:endParaRPr lang="en-US"/>
        </a:p>
      </dgm:t>
    </dgm:pt>
    <dgm:pt modelId="{E148C618-0D37-4877-8CBA-C1C3EEFFED2D}" type="sibTrans" cxnId="{15DBF52A-8534-4EC6-9871-3D7488098D80}">
      <dgm:prSet/>
      <dgm:spPr/>
      <dgm:t>
        <a:bodyPr/>
        <a:lstStyle/>
        <a:p>
          <a:endParaRPr lang="en-US"/>
        </a:p>
      </dgm:t>
    </dgm:pt>
    <dgm:pt modelId="{7E24C398-3171-4477-A5CE-FFDACBFA328A}" type="pres">
      <dgm:prSet presAssocID="{78D476E3-8D56-4419-85BC-59E7AF5D482A}" presName="cycle" presStyleCnt="0">
        <dgm:presLayoutVars>
          <dgm:chMax val="1"/>
          <dgm:dir/>
          <dgm:animLvl val="ctr"/>
          <dgm:resizeHandles val="exact"/>
        </dgm:presLayoutVars>
      </dgm:prSet>
      <dgm:spPr/>
    </dgm:pt>
    <dgm:pt modelId="{119B7490-BBE9-4A38-BBA4-13625175EF96}" type="pres">
      <dgm:prSet presAssocID="{7C4C4E88-74FA-4B3E-BCC4-3F84CA7C6C17}" presName="centerShape" presStyleLbl="node0" presStyleIdx="0" presStyleCnt="1" custScaleX="110000" custScaleY="110000"/>
      <dgm:spPr>
        <a:prstGeom prst="roundRect">
          <a:avLst/>
        </a:prstGeom>
      </dgm:spPr>
    </dgm:pt>
    <dgm:pt modelId="{0576866F-C90E-4DED-99FB-7F8DB61F5449}" type="pres">
      <dgm:prSet presAssocID="{40FEBA53-EE44-4713-A54F-F5A03916A3E8}" presName="parTrans" presStyleLbl="bgSibTrans2D1" presStyleIdx="0" presStyleCnt="3"/>
      <dgm:spPr/>
    </dgm:pt>
    <dgm:pt modelId="{E7DCF2D4-9BF4-4983-A9EC-B2A12C834EBE}" type="pres">
      <dgm:prSet presAssocID="{760BB5C1-A321-44D8-879E-7C6AA803A6BE}" presName="node" presStyleLbl="node1" presStyleIdx="0" presStyleCnt="3" custScaleX="187691" custRadScaleRad="169096" custRadScaleInc="-27622">
        <dgm:presLayoutVars>
          <dgm:bulletEnabled val="1"/>
        </dgm:presLayoutVars>
      </dgm:prSet>
      <dgm:spPr/>
    </dgm:pt>
    <dgm:pt modelId="{D1F062F0-295B-4CD7-B8DE-24C927B7559B}" type="pres">
      <dgm:prSet presAssocID="{E05C5CBC-56B1-4250-AD04-FFB6B3AEFB1D}" presName="parTrans" presStyleLbl="bgSibTrans2D1" presStyleIdx="1" presStyleCnt="3"/>
      <dgm:spPr/>
    </dgm:pt>
    <dgm:pt modelId="{452B2D07-5EBA-44BF-86A8-3191FF84CCF5}" type="pres">
      <dgm:prSet presAssocID="{0B4B03BA-048B-4A39-A6A3-708B6E89F560}" presName="node" presStyleLbl="node1" presStyleIdx="1" presStyleCnt="3" custScaleX="187691" custRadScaleRad="100419" custRadScaleInc="297">
        <dgm:presLayoutVars>
          <dgm:bulletEnabled val="1"/>
        </dgm:presLayoutVars>
      </dgm:prSet>
      <dgm:spPr/>
    </dgm:pt>
    <dgm:pt modelId="{2676380A-D949-4D8A-80BC-248AF31114CA}" type="pres">
      <dgm:prSet presAssocID="{393306C7-8D21-4D37-AB5D-85CA6C3C66F6}" presName="parTrans" presStyleLbl="bgSibTrans2D1" presStyleIdx="2" presStyleCnt="3"/>
      <dgm:spPr/>
    </dgm:pt>
    <dgm:pt modelId="{9C47DD34-062B-43CD-B643-BD0498C0D7AA}" type="pres">
      <dgm:prSet presAssocID="{BDF15F6D-5ADE-46C7-B012-B38C54C48B1D}" presName="node" presStyleLbl="node1" presStyleIdx="2" presStyleCnt="3" custScaleX="187691" custRadScaleRad="154224" custRadScaleInc="21707">
        <dgm:presLayoutVars>
          <dgm:bulletEnabled val="1"/>
        </dgm:presLayoutVars>
      </dgm:prSet>
      <dgm:spPr/>
    </dgm:pt>
  </dgm:ptLst>
  <dgm:cxnLst>
    <dgm:cxn modelId="{D866CD06-2D89-4BA6-991F-CB90DA22A83E}" type="presOf" srcId="{40FEBA53-EE44-4713-A54F-F5A03916A3E8}" destId="{0576866F-C90E-4DED-99FB-7F8DB61F5449}" srcOrd="0" destOrd="0" presId="urn:microsoft.com/office/officeart/2005/8/layout/radial4"/>
    <dgm:cxn modelId="{5990310D-49ED-40C4-A636-402292C49CEA}" type="presOf" srcId="{760BB5C1-A321-44D8-879E-7C6AA803A6BE}" destId="{E7DCF2D4-9BF4-4983-A9EC-B2A12C834EBE}" srcOrd="0" destOrd="0" presId="urn:microsoft.com/office/officeart/2005/8/layout/radial4"/>
    <dgm:cxn modelId="{A1485927-199A-428D-A39B-FBD4FCD33C29}" srcId="{7C4C4E88-74FA-4B3E-BCC4-3F84CA7C6C17}" destId="{0B4B03BA-048B-4A39-A6A3-708B6E89F560}" srcOrd="1" destOrd="0" parTransId="{E05C5CBC-56B1-4250-AD04-FFB6B3AEFB1D}" sibTransId="{D9BCDD0F-3B15-479C-B69D-1BB678791AD5}"/>
    <dgm:cxn modelId="{B1BDE228-A02A-4DEB-9958-7990ED2198E4}" type="presOf" srcId="{BDF15F6D-5ADE-46C7-B012-B38C54C48B1D}" destId="{9C47DD34-062B-43CD-B643-BD0498C0D7AA}" srcOrd="0" destOrd="0" presId="urn:microsoft.com/office/officeart/2005/8/layout/radial4"/>
    <dgm:cxn modelId="{15DBF52A-8534-4EC6-9871-3D7488098D80}" srcId="{7C4C4E88-74FA-4B3E-BCC4-3F84CA7C6C17}" destId="{BDF15F6D-5ADE-46C7-B012-B38C54C48B1D}" srcOrd="2" destOrd="0" parTransId="{393306C7-8D21-4D37-AB5D-85CA6C3C66F6}" sibTransId="{E148C618-0D37-4877-8CBA-C1C3EEFFED2D}"/>
    <dgm:cxn modelId="{084C3539-56AA-407D-9789-333FD1D35A92}" type="presOf" srcId="{0B4B03BA-048B-4A39-A6A3-708B6E89F560}" destId="{452B2D07-5EBA-44BF-86A8-3191FF84CCF5}" srcOrd="0" destOrd="0" presId="urn:microsoft.com/office/officeart/2005/8/layout/radial4"/>
    <dgm:cxn modelId="{D674C184-2DF6-428A-AE2A-57C589854099}" type="presOf" srcId="{78D476E3-8D56-4419-85BC-59E7AF5D482A}" destId="{7E24C398-3171-4477-A5CE-FFDACBFA328A}" srcOrd="0" destOrd="0" presId="urn:microsoft.com/office/officeart/2005/8/layout/radial4"/>
    <dgm:cxn modelId="{44669FA5-6E4E-4D93-B234-164698FB1617}" srcId="{7C4C4E88-74FA-4B3E-BCC4-3F84CA7C6C17}" destId="{760BB5C1-A321-44D8-879E-7C6AA803A6BE}" srcOrd="0" destOrd="0" parTransId="{40FEBA53-EE44-4713-A54F-F5A03916A3E8}" sibTransId="{47F20F82-B54F-47F2-B1B3-EA2D6B78C759}"/>
    <dgm:cxn modelId="{18EE3CA8-6045-43D9-8AC1-BC0B1E646512}" srcId="{78D476E3-8D56-4419-85BC-59E7AF5D482A}" destId="{7C4C4E88-74FA-4B3E-BCC4-3F84CA7C6C17}" srcOrd="0" destOrd="0" parTransId="{9F190574-5B97-422B-9FA8-A1FD7C615AF3}" sibTransId="{58463DF9-9CAB-4425-8BA3-6E78F9D05B52}"/>
    <dgm:cxn modelId="{9AD2DDBC-0DAA-43DD-8572-36D45642ADF4}" type="presOf" srcId="{E05C5CBC-56B1-4250-AD04-FFB6B3AEFB1D}" destId="{D1F062F0-295B-4CD7-B8DE-24C927B7559B}" srcOrd="0" destOrd="0" presId="urn:microsoft.com/office/officeart/2005/8/layout/radial4"/>
    <dgm:cxn modelId="{E14CF8C7-4DDF-4160-80E7-20A462781FA0}" type="presOf" srcId="{7C4C4E88-74FA-4B3E-BCC4-3F84CA7C6C17}" destId="{119B7490-BBE9-4A38-BBA4-13625175EF96}" srcOrd="0" destOrd="0" presId="urn:microsoft.com/office/officeart/2005/8/layout/radial4"/>
    <dgm:cxn modelId="{88E15DCD-2FFF-4628-9275-CD8323EE2A48}" type="presOf" srcId="{393306C7-8D21-4D37-AB5D-85CA6C3C66F6}" destId="{2676380A-D949-4D8A-80BC-248AF31114CA}" srcOrd="0" destOrd="0" presId="urn:microsoft.com/office/officeart/2005/8/layout/radial4"/>
    <dgm:cxn modelId="{B13E27C8-1660-482B-801B-7454FE01BA6A}" type="presParOf" srcId="{7E24C398-3171-4477-A5CE-FFDACBFA328A}" destId="{119B7490-BBE9-4A38-BBA4-13625175EF96}" srcOrd="0" destOrd="0" presId="urn:microsoft.com/office/officeart/2005/8/layout/radial4"/>
    <dgm:cxn modelId="{5966AAC9-96D9-47D3-A992-1356670F8C13}" type="presParOf" srcId="{7E24C398-3171-4477-A5CE-FFDACBFA328A}" destId="{0576866F-C90E-4DED-99FB-7F8DB61F5449}" srcOrd="1" destOrd="0" presId="urn:microsoft.com/office/officeart/2005/8/layout/radial4"/>
    <dgm:cxn modelId="{AD01A834-2338-4069-90B0-A253A1361E05}" type="presParOf" srcId="{7E24C398-3171-4477-A5CE-FFDACBFA328A}" destId="{E7DCF2D4-9BF4-4983-A9EC-B2A12C834EBE}" srcOrd="2" destOrd="0" presId="urn:microsoft.com/office/officeart/2005/8/layout/radial4"/>
    <dgm:cxn modelId="{1EB054D2-C970-4227-ABE1-6C60823137B9}" type="presParOf" srcId="{7E24C398-3171-4477-A5CE-FFDACBFA328A}" destId="{D1F062F0-295B-4CD7-B8DE-24C927B7559B}" srcOrd="3" destOrd="0" presId="urn:microsoft.com/office/officeart/2005/8/layout/radial4"/>
    <dgm:cxn modelId="{B200266C-81CC-41D7-AD9F-17178A4E3F35}" type="presParOf" srcId="{7E24C398-3171-4477-A5CE-FFDACBFA328A}" destId="{452B2D07-5EBA-44BF-86A8-3191FF84CCF5}" srcOrd="4" destOrd="0" presId="urn:microsoft.com/office/officeart/2005/8/layout/radial4"/>
    <dgm:cxn modelId="{62023E3E-3EB4-4144-98CE-1A9E4A852306}" type="presParOf" srcId="{7E24C398-3171-4477-A5CE-FFDACBFA328A}" destId="{2676380A-D949-4D8A-80BC-248AF31114CA}" srcOrd="5" destOrd="0" presId="urn:microsoft.com/office/officeart/2005/8/layout/radial4"/>
    <dgm:cxn modelId="{A2F961A6-0AD5-45D4-A0AC-A124912F150A}" type="presParOf" srcId="{7E24C398-3171-4477-A5CE-FFDACBFA328A}" destId="{9C47DD34-062B-43CD-B643-BD0498C0D7AA}"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B297F4-9F85-4164-8293-8154DF4A8A16}" type="doc">
      <dgm:prSet loTypeId="urn:microsoft.com/office/officeart/2005/8/layout/vProcess5" loCatId="process" qsTypeId="urn:microsoft.com/office/officeart/2005/8/quickstyle/simple1" qsCatId="simple" csTypeId="urn:microsoft.com/office/officeart/2005/8/colors/accent6_5" csCatId="accent6" phldr="1"/>
      <dgm:spPr/>
      <dgm:t>
        <a:bodyPr/>
        <a:lstStyle/>
        <a:p>
          <a:endParaRPr lang="en-US"/>
        </a:p>
      </dgm:t>
    </dgm:pt>
    <dgm:pt modelId="{5EF95CCE-92E1-4F19-A889-83993F548ED7}">
      <dgm:prSet phldrT="[Text]"/>
      <dgm:spPr/>
      <dgm:t>
        <a:bodyPr/>
        <a:lstStyle/>
        <a:p>
          <a:r>
            <a:rPr lang="en-US" dirty="0"/>
            <a:t> </a:t>
          </a:r>
        </a:p>
      </dgm:t>
    </dgm:pt>
    <dgm:pt modelId="{29FE2C4C-808B-4194-8E27-1ABD1CB87791}" type="parTrans" cxnId="{71E73B5B-FCB3-4151-BE2E-BCCC5EA8EC7A}">
      <dgm:prSet/>
      <dgm:spPr/>
      <dgm:t>
        <a:bodyPr/>
        <a:lstStyle/>
        <a:p>
          <a:endParaRPr lang="en-US"/>
        </a:p>
      </dgm:t>
    </dgm:pt>
    <dgm:pt modelId="{CBBCFE70-C81B-4E3D-8868-A6B4E7488B0A}" type="sibTrans" cxnId="{71E73B5B-FCB3-4151-BE2E-BCCC5EA8EC7A}">
      <dgm:prSet/>
      <dgm:spPr/>
      <dgm:t>
        <a:bodyPr/>
        <a:lstStyle/>
        <a:p>
          <a:endParaRPr lang="en-US"/>
        </a:p>
      </dgm:t>
    </dgm:pt>
    <dgm:pt modelId="{1C6F642A-5087-4C8C-B7C9-137052A0CAF7}">
      <dgm:prSet phldrT="[Text]"/>
      <dgm:spPr/>
      <dgm:t>
        <a:bodyPr/>
        <a:lstStyle/>
        <a:p>
          <a:r>
            <a:rPr lang="en-US" dirty="0"/>
            <a:t> </a:t>
          </a:r>
        </a:p>
      </dgm:t>
    </dgm:pt>
    <dgm:pt modelId="{8663C879-D180-4228-B437-2620B101A28F}" type="parTrans" cxnId="{BA873A7D-F260-4182-9E63-57134E7A332D}">
      <dgm:prSet/>
      <dgm:spPr/>
      <dgm:t>
        <a:bodyPr/>
        <a:lstStyle/>
        <a:p>
          <a:endParaRPr lang="en-US"/>
        </a:p>
      </dgm:t>
    </dgm:pt>
    <dgm:pt modelId="{DECB1748-CB9B-442E-8C9B-24086D9E75E5}" type="sibTrans" cxnId="{BA873A7D-F260-4182-9E63-57134E7A332D}">
      <dgm:prSet/>
      <dgm:spPr/>
      <dgm:t>
        <a:bodyPr/>
        <a:lstStyle/>
        <a:p>
          <a:endParaRPr lang="en-US"/>
        </a:p>
      </dgm:t>
    </dgm:pt>
    <dgm:pt modelId="{E7C487CB-8765-4265-A1F1-41489521612C}">
      <dgm:prSet phldrT="[Text]"/>
      <dgm:spPr/>
      <dgm:t>
        <a:bodyPr/>
        <a:lstStyle/>
        <a:p>
          <a:r>
            <a:rPr lang="en-US" dirty="0"/>
            <a:t> </a:t>
          </a:r>
        </a:p>
      </dgm:t>
    </dgm:pt>
    <dgm:pt modelId="{28B99865-82D3-4532-811F-33612DBB58F3}" type="parTrans" cxnId="{C77EC971-5533-47AA-B8F8-B4B4458E6AED}">
      <dgm:prSet/>
      <dgm:spPr/>
      <dgm:t>
        <a:bodyPr/>
        <a:lstStyle/>
        <a:p>
          <a:endParaRPr lang="en-US"/>
        </a:p>
      </dgm:t>
    </dgm:pt>
    <dgm:pt modelId="{20E11A30-CE06-4AFB-B2CD-BC71C4AEC39F}" type="sibTrans" cxnId="{C77EC971-5533-47AA-B8F8-B4B4458E6AED}">
      <dgm:prSet/>
      <dgm:spPr/>
      <dgm:t>
        <a:bodyPr/>
        <a:lstStyle/>
        <a:p>
          <a:endParaRPr lang="en-US"/>
        </a:p>
      </dgm:t>
    </dgm:pt>
    <dgm:pt modelId="{A8787678-AEE9-4454-B10B-3500451D89A6}" type="pres">
      <dgm:prSet presAssocID="{3CB297F4-9F85-4164-8293-8154DF4A8A16}" presName="outerComposite" presStyleCnt="0">
        <dgm:presLayoutVars>
          <dgm:chMax val="5"/>
          <dgm:dir/>
          <dgm:resizeHandles val="exact"/>
        </dgm:presLayoutVars>
      </dgm:prSet>
      <dgm:spPr/>
    </dgm:pt>
    <dgm:pt modelId="{93867DA6-0C35-49BF-963A-8B74DB955FAA}" type="pres">
      <dgm:prSet presAssocID="{3CB297F4-9F85-4164-8293-8154DF4A8A16}" presName="dummyMaxCanvas" presStyleCnt="0">
        <dgm:presLayoutVars/>
      </dgm:prSet>
      <dgm:spPr/>
    </dgm:pt>
    <dgm:pt modelId="{721ACCDF-7786-457B-B0FC-CDC671217AF1}" type="pres">
      <dgm:prSet presAssocID="{3CB297F4-9F85-4164-8293-8154DF4A8A16}" presName="ThreeNodes_1" presStyleLbl="node1" presStyleIdx="0" presStyleCnt="3">
        <dgm:presLayoutVars>
          <dgm:bulletEnabled val="1"/>
        </dgm:presLayoutVars>
      </dgm:prSet>
      <dgm:spPr/>
    </dgm:pt>
    <dgm:pt modelId="{B3399945-AAE4-4583-A9FC-3D533EF74C00}" type="pres">
      <dgm:prSet presAssocID="{3CB297F4-9F85-4164-8293-8154DF4A8A16}" presName="ThreeNodes_2" presStyleLbl="node1" presStyleIdx="1" presStyleCnt="3">
        <dgm:presLayoutVars>
          <dgm:bulletEnabled val="1"/>
        </dgm:presLayoutVars>
      </dgm:prSet>
      <dgm:spPr/>
    </dgm:pt>
    <dgm:pt modelId="{A3B8DD6E-D3A2-42DF-A4BE-35350AF76340}" type="pres">
      <dgm:prSet presAssocID="{3CB297F4-9F85-4164-8293-8154DF4A8A16}" presName="ThreeNodes_3" presStyleLbl="node1" presStyleIdx="2" presStyleCnt="3">
        <dgm:presLayoutVars>
          <dgm:bulletEnabled val="1"/>
        </dgm:presLayoutVars>
      </dgm:prSet>
      <dgm:spPr/>
    </dgm:pt>
    <dgm:pt modelId="{672A4E3D-77FF-42CC-A4BD-4EDA740E65FE}" type="pres">
      <dgm:prSet presAssocID="{3CB297F4-9F85-4164-8293-8154DF4A8A16}" presName="ThreeConn_1-2" presStyleLbl="fgAccFollowNode1" presStyleIdx="0" presStyleCnt="2">
        <dgm:presLayoutVars>
          <dgm:bulletEnabled val="1"/>
        </dgm:presLayoutVars>
      </dgm:prSet>
      <dgm:spPr/>
    </dgm:pt>
    <dgm:pt modelId="{C03572BA-2BCF-4BC7-B35F-905D8D587194}" type="pres">
      <dgm:prSet presAssocID="{3CB297F4-9F85-4164-8293-8154DF4A8A16}" presName="ThreeConn_2-3" presStyleLbl="fgAccFollowNode1" presStyleIdx="1" presStyleCnt="2">
        <dgm:presLayoutVars>
          <dgm:bulletEnabled val="1"/>
        </dgm:presLayoutVars>
      </dgm:prSet>
      <dgm:spPr/>
    </dgm:pt>
    <dgm:pt modelId="{6FA64F4E-B075-4072-8A87-7EDC18FB7C62}" type="pres">
      <dgm:prSet presAssocID="{3CB297F4-9F85-4164-8293-8154DF4A8A16}" presName="ThreeNodes_1_text" presStyleLbl="node1" presStyleIdx="2" presStyleCnt="3">
        <dgm:presLayoutVars>
          <dgm:bulletEnabled val="1"/>
        </dgm:presLayoutVars>
      </dgm:prSet>
      <dgm:spPr/>
    </dgm:pt>
    <dgm:pt modelId="{0BB677A4-19A9-4BB7-AB56-4DE199DC796F}" type="pres">
      <dgm:prSet presAssocID="{3CB297F4-9F85-4164-8293-8154DF4A8A16}" presName="ThreeNodes_2_text" presStyleLbl="node1" presStyleIdx="2" presStyleCnt="3">
        <dgm:presLayoutVars>
          <dgm:bulletEnabled val="1"/>
        </dgm:presLayoutVars>
      </dgm:prSet>
      <dgm:spPr/>
    </dgm:pt>
    <dgm:pt modelId="{2675FB9B-B6D4-46C3-A2EE-3AEF5890D6CA}" type="pres">
      <dgm:prSet presAssocID="{3CB297F4-9F85-4164-8293-8154DF4A8A16}" presName="ThreeNodes_3_text" presStyleLbl="node1" presStyleIdx="2" presStyleCnt="3">
        <dgm:presLayoutVars>
          <dgm:bulletEnabled val="1"/>
        </dgm:presLayoutVars>
      </dgm:prSet>
      <dgm:spPr/>
    </dgm:pt>
  </dgm:ptLst>
  <dgm:cxnLst>
    <dgm:cxn modelId="{59CFBA13-9949-4FE1-B405-E2F16C5D4607}" type="presOf" srcId="{CBBCFE70-C81B-4E3D-8868-A6B4E7488B0A}" destId="{672A4E3D-77FF-42CC-A4BD-4EDA740E65FE}" srcOrd="0" destOrd="0" presId="urn:microsoft.com/office/officeart/2005/8/layout/vProcess5"/>
    <dgm:cxn modelId="{3E2E213A-83F7-4F22-9162-41A9DA4529F5}" type="presOf" srcId="{DECB1748-CB9B-442E-8C9B-24086D9E75E5}" destId="{C03572BA-2BCF-4BC7-B35F-905D8D587194}" srcOrd="0" destOrd="0" presId="urn:microsoft.com/office/officeart/2005/8/layout/vProcess5"/>
    <dgm:cxn modelId="{71E73B5B-FCB3-4151-BE2E-BCCC5EA8EC7A}" srcId="{3CB297F4-9F85-4164-8293-8154DF4A8A16}" destId="{5EF95CCE-92E1-4F19-A889-83993F548ED7}" srcOrd="0" destOrd="0" parTransId="{29FE2C4C-808B-4194-8E27-1ABD1CB87791}" sibTransId="{CBBCFE70-C81B-4E3D-8868-A6B4E7488B0A}"/>
    <dgm:cxn modelId="{E233445C-8B0D-4E8D-B1CC-04E08310626F}" type="presOf" srcId="{E7C487CB-8765-4265-A1F1-41489521612C}" destId="{2675FB9B-B6D4-46C3-A2EE-3AEF5890D6CA}" srcOrd="1" destOrd="0" presId="urn:microsoft.com/office/officeart/2005/8/layout/vProcess5"/>
    <dgm:cxn modelId="{F716785C-F59B-4708-B28B-A4E267529722}" type="presOf" srcId="{1C6F642A-5087-4C8C-B7C9-137052A0CAF7}" destId="{B3399945-AAE4-4583-A9FC-3D533EF74C00}" srcOrd="0" destOrd="0" presId="urn:microsoft.com/office/officeart/2005/8/layout/vProcess5"/>
    <dgm:cxn modelId="{A8D46B63-338C-40CD-88F2-67BF59BCFFBA}" type="presOf" srcId="{5EF95CCE-92E1-4F19-A889-83993F548ED7}" destId="{721ACCDF-7786-457B-B0FC-CDC671217AF1}" srcOrd="0" destOrd="0" presId="urn:microsoft.com/office/officeart/2005/8/layout/vProcess5"/>
    <dgm:cxn modelId="{D92E884F-F6CD-4EFE-870D-913251BC12F5}" type="presOf" srcId="{E7C487CB-8765-4265-A1F1-41489521612C}" destId="{A3B8DD6E-D3A2-42DF-A4BE-35350AF76340}" srcOrd="0" destOrd="0" presId="urn:microsoft.com/office/officeart/2005/8/layout/vProcess5"/>
    <dgm:cxn modelId="{C77EC971-5533-47AA-B8F8-B4B4458E6AED}" srcId="{3CB297F4-9F85-4164-8293-8154DF4A8A16}" destId="{E7C487CB-8765-4265-A1F1-41489521612C}" srcOrd="2" destOrd="0" parTransId="{28B99865-82D3-4532-811F-33612DBB58F3}" sibTransId="{20E11A30-CE06-4AFB-B2CD-BC71C4AEC39F}"/>
    <dgm:cxn modelId="{BA873A7D-F260-4182-9E63-57134E7A332D}" srcId="{3CB297F4-9F85-4164-8293-8154DF4A8A16}" destId="{1C6F642A-5087-4C8C-B7C9-137052A0CAF7}" srcOrd="1" destOrd="0" parTransId="{8663C879-D180-4228-B437-2620B101A28F}" sibTransId="{DECB1748-CB9B-442E-8C9B-24086D9E75E5}"/>
    <dgm:cxn modelId="{6C7828F0-321F-4A99-92DF-8C6B484838A7}" type="presOf" srcId="{3CB297F4-9F85-4164-8293-8154DF4A8A16}" destId="{A8787678-AEE9-4454-B10B-3500451D89A6}" srcOrd="0" destOrd="0" presId="urn:microsoft.com/office/officeart/2005/8/layout/vProcess5"/>
    <dgm:cxn modelId="{43EC33F6-D9F0-40FB-AC27-43739AF10BF8}" type="presOf" srcId="{5EF95CCE-92E1-4F19-A889-83993F548ED7}" destId="{6FA64F4E-B075-4072-8A87-7EDC18FB7C62}" srcOrd="1" destOrd="0" presId="urn:microsoft.com/office/officeart/2005/8/layout/vProcess5"/>
    <dgm:cxn modelId="{E45DAAFA-6BAE-4851-94DA-4BBBEB457027}" type="presOf" srcId="{1C6F642A-5087-4C8C-B7C9-137052A0CAF7}" destId="{0BB677A4-19A9-4BB7-AB56-4DE199DC796F}" srcOrd="1" destOrd="0" presId="urn:microsoft.com/office/officeart/2005/8/layout/vProcess5"/>
    <dgm:cxn modelId="{0F54106C-E835-4D28-8BF5-4E2525120B30}" type="presParOf" srcId="{A8787678-AEE9-4454-B10B-3500451D89A6}" destId="{93867DA6-0C35-49BF-963A-8B74DB955FAA}" srcOrd="0" destOrd="0" presId="urn:microsoft.com/office/officeart/2005/8/layout/vProcess5"/>
    <dgm:cxn modelId="{3E45FC26-51A3-4446-94A9-89508CB4EDF7}" type="presParOf" srcId="{A8787678-AEE9-4454-B10B-3500451D89A6}" destId="{721ACCDF-7786-457B-B0FC-CDC671217AF1}" srcOrd="1" destOrd="0" presId="urn:microsoft.com/office/officeart/2005/8/layout/vProcess5"/>
    <dgm:cxn modelId="{A37A0381-8E14-4FFE-BB04-B6AEAD3F92B5}" type="presParOf" srcId="{A8787678-AEE9-4454-B10B-3500451D89A6}" destId="{B3399945-AAE4-4583-A9FC-3D533EF74C00}" srcOrd="2" destOrd="0" presId="urn:microsoft.com/office/officeart/2005/8/layout/vProcess5"/>
    <dgm:cxn modelId="{04B3BE15-4A8B-4AD2-B4A8-6D5AA1DD95CB}" type="presParOf" srcId="{A8787678-AEE9-4454-B10B-3500451D89A6}" destId="{A3B8DD6E-D3A2-42DF-A4BE-35350AF76340}" srcOrd="3" destOrd="0" presId="urn:microsoft.com/office/officeart/2005/8/layout/vProcess5"/>
    <dgm:cxn modelId="{CA1FD191-E95E-4073-B23D-7C02423006D6}" type="presParOf" srcId="{A8787678-AEE9-4454-B10B-3500451D89A6}" destId="{672A4E3D-77FF-42CC-A4BD-4EDA740E65FE}" srcOrd="4" destOrd="0" presId="urn:microsoft.com/office/officeart/2005/8/layout/vProcess5"/>
    <dgm:cxn modelId="{649D1B1C-9446-43F2-B1F0-5DD8B9124916}" type="presParOf" srcId="{A8787678-AEE9-4454-B10B-3500451D89A6}" destId="{C03572BA-2BCF-4BC7-B35F-905D8D587194}" srcOrd="5" destOrd="0" presId="urn:microsoft.com/office/officeart/2005/8/layout/vProcess5"/>
    <dgm:cxn modelId="{DCA1444A-746D-4506-9BA1-F16621FFCE27}" type="presParOf" srcId="{A8787678-AEE9-4454-B10B-3500451D89A6}" destId="{6FA64F4E-B075-4072-8A87-7EDC18FB7C62}" srcOrd="6" destOrd="0" presId="urn:microsoft.com/office/officeart/2005/8/layout/vProcess5"/>
    <dgm:cxn modelId="{EB9BBB82-9675-42B0-9ABF-56A620BFC744}" type="presParOf" srcId="{A8787678-AEE9-4454-B10B-3500451D89A6}" destId="{0BB677A4-19A9-4BB7-AB56-4DE199DC796F}" srcOrd="7" destOrd="0" presId="urn:microsoft.com/office/officeart/2005/8/layout/vProcess5"/>
    <dgm:cxn modelId="{A3D5A919-C4B5-4C0F-8364-7487D547F214}" type="presParOf" srcId="{A8787678-AEE9-4454-B10B-3500451D89A6}" destId="{2675FB9B-B6D4-46C3-A2EE-3AEF5890D6CA}"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9C1809B-4091-4DE0-8CA1-45D4C33657E8}" type="doc">
      <dgm:prSet loTypeId="urn:microsoft.com/office/officeart/2009/3/layout/PlusandMinus" loCatId="relationship" qsTypeId="urn:microsoft.com/office/officeart/2005/8/quickstyle/simple1" qsCatId="simple" csTypeId="urn:microsoft.com/office/officeart/2005/8/colors/accent6_2" csCatId="accent6" phldr="1"/>
      <dgm:spPr/>
      <dgm:t>
        <a:bodyPr/>
        <a:lstStyle/>
        <a:p>
          <a:endParaRPr lang="en-US"/>
        </a:p>
      </dgm:t>
    </dgm:pt>
    <dgm:pt modelId="{3091E595-9433-41EB-903C-C8BBE769AE8A}">
      <dgm:prSet phldrT="[Text]"/>
      <dgm:spPr/>
      <dgm:t>
        <a:bodyPr/>
        <a:lstStyle/>
        <a:p>
          <a:r>
            <a:rPr lang="en-US" dirty="0"/>
            <a:t> </a:t>
          </a:r>
        </a:p>
      </dgm:t>
    </dgm:pt>
    <dgm:pt modelId="{E336B5A7-5A72-44F8-8159-542DACC12B3D}" type="parTrans" cxnId="{69DAE2FE-C251-42CE-BD6D-B4F383CA2902}">
      <dgm:prSet/>
      <dgm:spPr/>
      <dgm:t>
        <a:bodyPr/>
        <a:lstStyle/>
        <a:p>
          <a:endParaRPr lang="en-US"/>
        </a:p>
      </dgm:t>
    </dgm:pt>
    <dgm:pt modelId="{12083BE8-23E3-43A0-8647-6CB68545E60F}" type="sibTrans" cxnId="{69DAE2FE-C251-42CE-BD6D-B4F383CA2902}">
      <dgm:prSet/>
      <dgm:spPr/>
      <dgm:t>
        <a:bodyPr/>
        <a:lstStyle/>
        <a:p>
          <a:endParaRPr lang="en-US"/>
        </a:p>
      </dgm:t>
    </dgm:pt>
    <dgm:pt modelId="{E13A013D-6280-4885-8F8E-85731666E35F}" type="pres">
      <dgm:prSet presAssocID="{B9C1809B-4091-4DE0-8CA1-45D4C33657E8}" presName="Name0" presStyleCnt="0">
        <dgm:presLayoutVars>
          <dgm:chMax val="2"/>
          <dgm:chPref val="2"/>
          <dgm:dir/>
          <dgm:animOne/>
          <dgm:resizeHandles val="exact"/>
        </dgm:presLayoutVars>
      </dgm:prSet>
      <dgm:spPr/>
    </dgm:pt>
    <dgm:pt modelId="{1CEE2C97-CFC1-4326-B070-2ED3CA9360D6}" type="pres">
      <dgm:prSet presAssocID="{B9C1809B-4091-4DE0-8CA1-45D4C33657E8}" presName="Background" presStyleLbl="bgImgPlace1" presStyleIdx="0" presStyleCnt="1"/>
      <dgm:spPr/>
    </dgm:pt>
    <dgm:pt modelId="{BBD043DC-4B9C-4D61-95D0-7BF7BBE1C64A}" type="pres">
      <dgm:prSet presAssocID="{B9C1809B-4091-4DE0-8CA1-45D4C33657E8}" presName="ParentText1" presStyleLbl="revTx" presStyleIdx="0" presStyleCnt="2">
        <dgm:presLayoutVars>
          <dgm:chMax val="0"/>
          <dgm:chPref val="0"/>
          <dgm:bulletEnabled val="1"/>
        </dgm:presLayoutVars>
      </dgm:prSet>
      <dgm:spPr/>
    </dgm:pt>
    <dgm:pt modelId="{FAE83DCF-623D-482B-B974-9BEF33DD5C49}" type="pres">
      <dgm:prSet presAssocID="{B9C1809B-4091-4DE0-8CA1-45D4C33657E8}" presName="ParentText2" presStyleLbl="revTx" presStyleIdx="1" presStyleCnt="2">
        <dgm:presLayoutVars>
          <dgm:chMax val="0"/>
          <dgm:chPref val="0"/>
          <dgm:bulletEnabled val="1"/>
        </dgm:presLayoutVars>
      </dgm:prSet>
      <dgm:spPr/>
    </dgm:pt>
    <dgm:pt modelId="{FAD634EB-4191-42B1-8AC3-5C7F006C7FA8}" type="pres">
      <dgm:prSet presAssocID="{B9C1809B-4091-4DE0-8CA1-45D4C33657E8}" presName="Plus" presStyleLbl="alignNode1" presStyleIdx="0" presStyleCnt="2"/>
      <dgm:spPr/>
    </dgm:pt>
    <dgm:pt modelId="{DC759330-4922-4057-98FB-73BDBFE53817}" type="pres">
      <dgm:prSet presAssocID="{B9C1809B-4091-4DE0-8CA1-45D4C33657E8}" presName="Minus" presStyleLbl="alignNode1" presStyleIdx="1" presStyleCnt="2"/>
      <dgm:spPr/>
    </dgm:pt>
    <dgm:pt modelId="{3238A972-15A8-4C31-9AAF-97373695F0B9}" type="pres">
      <dgm:prSet presAssocID="{B9C1809B-4091-4DE0-8CA1-45D4C33657E8}" presName="Divider" presStyleLbl="parChTrans1D1" presStyleIdx="0" presStyleCnt="1"/>
      <dgm:spPr/>
    </dgm:pt>
  </dgm:ptLst>
  <dgm:cxnLst>
    <dgm:cxn modelId="{F4C66668-2201-433B-BD94-D42EE9B8C9AB}" type="presOf" srcId="{3091E595-9433-41EB-903C-C8BBE769AE8A}" destId="{BBD043DC-4B9C-4D61-95D0-7BF7BBE1C64A}" srcOrd="0" destOrd="0" presId="urn:microsoft.com/office/officeart/2009/3/layout/PlusandMinus"/>
    <dgm:cxn modelId="{88441BDF-8077-4267-BBC2-073C78FEBF54}" type="presOf" srcId="{B9C1809B-4091-4DE0-8CA1-45D4C33657E8}" destId="{E13A013D-6280-4885-8F8E-85731666E35F}" srcOrd="0" destOrd="0" presId="urn:microsoft.com/office/officeart/2009/3/layout/PlusandMinus"/>
    <dgm:cxn modelId="{69DAE2FE-C251-42CE-BD6D-B4F383CA2902}" srcId="{B9C1809B-4091-4DE0-8CA1-45D4C33657E8}" destId="{3091E595-9433-41EB-903C-C8BBE769AE8A}" srcOrd="0" destOrd="0" parTransId="{E336B5A7-5A72-44F8-8159-542DACC12B3D}" sibTransId="{12083BE8-23E3-43A0-8647-6CB68545E60F}"/>
    <dgm:cxn modelId="{3FD99A2B-C3C4-47CE-90F6-B4AEBB806225}" type="presParOf" srcId="{E13A013D-6280-4885-8F8E-85731666E35F}" destId="{1CEE2C97-CFC1-4326-B070-2ED3CA9360D6}" srcOrd="0" destOrd="0" presId="urn:microsoft.com/office/officeart/2009/3/layout/PlusandMinus"/>
    <dgm:cxn modelId="{96636E97-34A7-432E-A686-EB1B2C971256}" type="presParOf" srcId="{E13A013D-6280-4885-8F8E-85731666E35F}" destId="{BBD043DC-4B9C-4D61-95D0-7BF7BBE1C64A}" srcOrd="1" destOrd="0" presId="urn:microsoft.com/office/officeart/2009/3/layout/PlusandMinus"/>
    <dgm:cxn modelId="{966B7BE3-09A3-49B5-A440-9556C29FFF01}" type="presParOf" srcId="{E13A013D-6280-4885-8F8E-85731666E35F}" destId="{FAE83DCF-623D-482B-B974-9BEF33DD5C49}" srcOrd="2" destOrd="0" presId="urn:microsoft.com/office/officeart/2009/3/layout/PlusandMinus"/>
    <dgm:cxn modelId="{7B2882E1-E061-4491-ACBA-B437BB11CF00}" type="presParOf" srcId="{E13A013D-6280-4885-8F8E-85731666E35F}" destId="{FAD634EB-4191-42B1-8AC3-5C7F006C7FA8}" srcOrd="3" destOrd="0" presId="urn:microsoft.com/office/officeart/2009/3/layout/PlusandMinus"/>
    <dgm:cxn modelId="{7E9C1560-0084-43CA-9240-F0D1489A5C5B}" type="presParOf" srcId="{E13A013D-6280-4885-8F8E-85731666E35F}" destId="{DC759330-4922-4057-98FB-73BDBFE53817}" srcOrd="4" destOrd="0" presId="urn:microsoft.com/office/officeart/2009/3/layout/PlusandMinus"/>
    <dgm:cxn modelId="{61279B28-DE32-4F25-A306-5C8489D5477C}" type="presParOf" srcId="{E13A013D-6280-4885-8F8E-85731666E35F}" destId="{3238A972-15A8-4C31-9AAF-97373695F0B9}"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751B7-EA1D-4317-A4F9-E64848648F19}">
      <dsp:nvSpPr>
        <dsp:cNvPr id="0" name=""/>
        <dsp:cNvSpPr/>
      </dsp:nvSpPr>
      <dsp:spPr>
        <a:xfrm rot="5400000">
          <a:off x="7537845" y="-4874675"/>
          <a:ext cx="1974848" cy="11943566"/>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2553486" y="206088"/>
        <a:ext cx="11847162" cy="1782040"/>
      </dsp:txXfrm>
    </dsp:sp>
    <dsp:sp modelId="{7DDFC7CB-31FA-4ACC-A8A1-CB0CF9875788}">
      <dsp:nvSpPr>
        <dsp:cNvPr id="0" name=""/>
        <dsp:cNvSpPr/>
      </dsp:nvSpPr>
      <dsp:spPr>
        <a:xfrm>
          <a:off x="476246" y="3314"/>
          <a:ext cx="2077239" cy="2187587"/>
        </a:xfrm>
        <a:prstGeom prst="roundRect">
          <a:avLst/>
        </a:prstGeom>
        <a:solidFill>
          <a:schemeClr val="accent6">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152400" rIns="304800" bIns="152400" numCol="1" spcCol="1270" anchor="ctr" anchorCtr="0">
          <a:noAutofit/>
        </a:bodyPr>
        <a:lstStyle/>
        <a:p>
          <a:pPr marL="0" lvl="0" indent="0" algn="ctr" defTabSz="3556000">
            <a:lnSpc>
              <a:spcPct val="90000"/>
            </a:lnSpc>
            <a:spcBef>
              <a:spcPct val="0"/>
            </a:spcBef>
            <a:spcAft>
              <a:spcPct val="35000"/>
            </a:spcAft>
            <a:buNone/>
          </a:pPr>
          <a:r>
            <a:rPr lang="en-US" sz="8000" kern="1200" dirty="0">
              <a:latin typeface="Algerian" panose="04020705040A02060702" pitchFamily="82" charset="0"/>
            </a:rPr>
            <a:t>1</a:t>
          </a:r>
        </a:p>
      </dsp:txBody>
      <dsp:txXfrm>
        <a:off x="577648" y="104716"/>
        <a:ext cx="1874435" cy="1984783"/>
      </dsp:txXfrm>
    </dsp:sp>
    <dsp:sp modelId="{AC3222D2-4FCB-4CE0-8E91-8CCB8612F4C8}">
      <dsp:nvSpPr>
        <dsp:cNvPr id="0" name=""/>
        <dsp:cNvSpPr/>
      </dsp:nvSpPr>
      <dsp:spPr>
        <a:xfrm rot="5400000">
          <a:off x="7537845" y="-2577708"/>
          <a:ext cx="1974848" cy="11943566"/>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2553486" y="2503055"/>
        <a:ext cx="11847162" cy="1782040"/>
      </dsp:txXfrm>
    </dsp:sp>
    <dsp:sp modelId="{9817DD2B-9A3D-4326-B2C9-FB4B951C5632}">
      <dsp:nvSpPr>
        <dsp:cNvPr id="0" name=""/>
        <dsp:cNvSpPr/>
      </dsp:nvSpPr>
      <dsp:spPr>
        <a:xfrm>
          <a:off x="476246" y="2300281"/>
          <a:ext cx="2077239" cy="2187587"/>
        </a:xfrm>
        <a:prstGeom prst="roundRect">
          <a:avLst/>
        </a:prstGeom>
        <a:solidFill>
          <a:schemeClr val="accent6">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152400" rIns="304800" bIns="152400" numCol="1" spcCol="1270" anchor="ctr" anchorCtr="0">
          <a:noAutofit/>
        </a:bodyPr>
        <a:lstStyle/>
        <a:p>
          <a:pPr marL="0" lvl="0" indent="0" algn="ctr" defTabSz="3556000">
            <a:lnSpc>
              <a:spcPct val="90000"/>
            </a:lnSpc>
            <a:spcBef>
              <a:spcPct val="0"/>
            </a:spcBef>
            <a:spcAft>
              <a:spcPct val="35000"/>
            </a:spcAft>
            <a:buNone/>
          </a:pPr>
          <a:r>
            <a:rPr lang="en-US" sz="8000" kern="1200" dirty="0">
              <a:latin typeface="Algerian" panose="04020705040A02060702" pitchFamily="82" charset="0"/>
            </a:rPr>
            <a:t>2</a:t>
          </a:r>
        </a:p>
      </dsp:txBody>
      <dsp:txXfrm>
        <a:off x="577648" y="2401683"/>
        <a:ext cx="1874435" cy="1984783"/>
      </dsp:txXfrm>
    </dsp:sp>
    <dsp:sp modelId="{9C202FE9-4E06-48F9-911F-4348407BE535}">
      <dsp:nvSpPr>
        <dsp:cNvPr id="0" name=""/>
        <dsp:cNvSpPr/>
      </dsp:nvSpPr>
      <dsp:spPr>
        <a:xfrm rot="5400000">
          <a:off x="7537845" y="-280741"/>
          <a:ext cx="1974848" cy="11943566"/>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2553486" y="4800022"/>
        <a:ext cx="11847162" cy="1782040"/>
      </dsp:txXfrm>
    </dsp:sp>
    <dsp:sp modelId="{BACFAB28-2B9C-4DF2-8712-4A754DD0E505}">
      <dsp:nvSpPr>
        <dsp:cNvPr id="0" name=""/>
        <dsp:cNvSpPr/>
      </dsp:nvSpPr>
      <dsp:spPr>
        <a:xfrm>
          <a:off x="476246" y="4597248"/>
          <a:ext cx="2077239" cy="2187587"/>
        </a:xfrm>
        <a:prstGeom prst="roundRect">
          <a:avLst/>
        </a:prstGeom>
        <a:solidFill>
          <a:schemeClr val="accent6">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152400" rIns="304800" bIns="152400" numCol="1" spcCol="1270" anchor="ctr" anchorCtr="0">
          <a:noAutofit/>
        </a:bodyPr>
        <a:lstStyle/>
        <a:p>
          <a:pPr marL="0" lvl="0" indent="0" algn="ctr" defTabSz="3556000">
            <a:lnSpc>
              <a:spcPct val="90000"/>
            </a:lnSpc>
            <a:spcBef>
              <a:spcPct val="0"/>
            </a:spcBef>
            <a:spcAft>
              <a:spcPct val="35000"/>
            </a:spcAft>
            <a:buNone/>
          </a:pPr>
          <a:r>
            <a:rPr lang="en-US" sz="8000" kern="1200" dirty="0">
              <a:latin typeface="Algerian" panose="04020705040A02060702" pitchFamily="82" charset="0"/>
            </a:rPr>
            <a:t>3</a:t>
          </a:r>
        </a:p>
      </dsp:txBody>
      <dsp:txXfrm>
        <a:off x="577648" y="4698650"/>
        <a:ext cx="1874435" cy="19847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9B7490-BBE9-4A38-BBA4-13625175EF96}">
      <dsp:nvSpPr>
        <dsp:cNvPr id="0" name=""/>
        <dsp:cNvSpPr/>
      </dsp:nvSpPr>
      <dsp:spPr>
        <a:xfrm>
          <a:off x="6906497" y="3479377"/>
          <a:ext cx="3424736" cy="3424736"/>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7073679" y="3646559"/>
        <a:ext cx="3090372" cy="3090372"/>
      </dsp:txXfrm>
    </dsp:sp>
    <dsp:sp modelId="{0576866F-C90E-4DED-99FB-7F8DB61F5449}">
      <dsp:nvSpPr>
        <dsp:cNvPr id="0" name=""/>
        <dsp:cNvSpPr/>
      </dsp:nvSpPr>
      <dsp:spPr>
        <a:xfrm rot="12029530">
          <a:off x="2640381" y="3312905"/>
          <a:ext cx="4276633" cy="887318"/>
        </a:xfrm>
        <a:prstGeom prst="leftArrow">
          <a:avLst>
            <a:gd name="adj1" fmla="val 60000"/>
            <a:gd name="adj2" fmla="val 5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sp>
    <dsp:sp modelId="{E7DCF2D4-9BF4-4983-A9EC-B2A12C834EBE}">
      <dsp:nvSpPr>
        <dsp:cNvPr id="0" name=""/>
        <dsp:cNvSpPr/>
      </dsp:nvSpPr>
      <dsp:spPr>
        <a:xfrm>
          <a:off x="0" y="1824893"/>
          <a:ext cx="5551387" cy="2366181"/>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69303" y="1894196"/>
        <a:ext cx="5412781" cy="2227575"/>
      </dsp:txXfrm>
    </dsp:sp>
    <dsp:sp modelId="{D1F062F0-295B-4CD7-B8DE-24C927B7559B}">
      <dsp:nvSpPr>
        <dsp:cNvPr id="0" name=""/>
        <dsp:cNvSpPr/>
      </dsp:nvSpPr>
      <dsp:spPr>
        <a:xfrm rot="16210737">
          <a:off x="7506756" y="1783836"/>
          <a:ext cx="2242734" cy="887318"/>
        </a:xfrm>
        <a:prstGeom prst="leftArrow">
          <a:avLst>
            <a:gd name="adj1" fmla="val 60000"/>
            <a:gd name="adj2" fmla="val 50000"/>
          </a:avLst>
        </a:prstGeom>
        <a:gradFill rotWithShape="0">
          <a:gsLst>
            <a:gs pos="0">
              <a:schemeClr val="accent5">
                <a:hueOff val="-462701"/>
                <a:satOff val="-28063"/>
                <a:lumOff val="-23529"/>
                <a:alphaOff val="0"/>
                <a:tint val="50000"/>
                <a:satMod val="300000"/>
              </a:schemeClr>
            </a:gs>
            <a:gs pos="35000">
              <a:schemeClr val="accent5">
                <a:hueOff val="-462701"/>
                <a:satOff val="-28063"/>
                <a:lumOff val="-23529"/>
                <a:alphaOff val="0"/>
                <a:tint val="37000"/>
                <a:satMod val="300000"/>
              </a:schemeClr>
            </a:gs>
            <a:gs pos="100000">
              <a:schemeClr val="accent5">
                <a:hueOff val="-462701"/>
                <a:satOff val="-28063"/>
                <a:lumOff val="-23529"/>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sp>
    <dsp:sp modelId="{452B2D07-5EBA-44BF-86A8-3191FF84CCF5}">
      <dsp:nvSpPr>
        <dsp:cNvPr id="0" name=""/>
        <dsp:cNvSpPr/>
      </dsp:nvSpPr>
      <dsp:spPr>
        <a:xfrm>
          <a:off x="5855932" y="-76957"/>
          <a:ext cx="5551387" cy="2366181"/>
        </a:xfrm>
        <a:prstGeom prst="roundRect">
          <a:avLst>
            <a:gd name="adj" fmla="val 10000"/>
          </a:avLst>
        </a:prstGeom>
        <a:gradFill rotWithShape="0">
          <a:gsLst>
            <a:gs pos="0">
              <a:schemeClr val="accent5">
                <a:hueOff val="-462701"/>
                <a:satOff val="-28063"/>
                <a:lumOff val="-23529"/>
                <a:alphaOff val="0"/>
                <a:tint val="50000"/>
                <a:satMod val="300000"/>
              </a:schemeClr>
            </a:gs>
            <a:gs pos="35000">
              <a:schemeClr val="accent5">
                <a:hueOff val="-462701"/>
                <a:satOff val="-28063"/>
                <a:lumOff val="-23529"/>
                <a:alphaOff val="0"/>
                <a:tint val="37000"/>
                <a:satMod val="300000"/>
              </a:schemeClr>
            </a:gs>
            <a:gs pos="100000">
              <a:schemeClr val="accent5">
                <a:hueOff val="-462701"/>
                <a:satOff val="-28063"/>
                <a:lumOff val="-2352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5925235" y="-7654"/>
        <a:ext cx="5412781" cy="2227575"/>
      </dsp:txXfrm>
    </dsp:sp>
    <dsp:sp modelId="{2676380A-D949-4D8A-80BC-248AF31114CA}">
      <dsp:nvSpPr>
        <dsp:cNvPr id="0" name=""/>
        <dsp:cNvSpPr/>
      </dsp:nvSpPr>
      <dsp:spPr>
        <a:xfrm rot="20281451">
          <a:off x="10283322" y="3201505"/>
          <a:ext cx="4336247" cy="887318"/>
        </a:xfrm>
        <a:prstGeom prst="leftArrow">
          <a:avLst>
            <a:gd name="adj1" fmla="val 60000"/>
            <a:gd name="adj2" fmla="val 50000"/>
          </a:avLst>
        </a:prstGeom>
        <a:gradFill rotWithShape="0">
          <a:gsLst>
            <a:gs pos="0">
              <a:schemeClr val="accent5">
                <a:hueOff val="-925401"/>
                <a:satOff val="-56127"/>
                <a:lumOff val="-47059"/>
                <a:alphaOff val="0"/>
                <a:tint val="50000"/>
                <a:satMod val="300000"/>
              </a:schemeClr>
            </a:gs>
            <a:gs pos="35000">
              <a:schemeClr val="accent5">
                <a:hueOff val="-925401"/>
                <a:satOff val="-56127"/>
                <a:lumOff val="-47059"/>
                <a:alphaOff val="0"/>
                <a:tint val="37000"/>
                <a:satMod val="300000"/>
              </a:schemeClr>
            </a:gs>
            <a:gs pos="100000">
              <a:schemeClr val="accent5">
                <a:hueOff val="-925401"/>
                <a:satOff val="-56127"/>
                <a:lumOff val="-47059"/>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sp>
    <dsp:sp modelId="{9C47DD34-062B-43CD-B643-BD0498C0D7AA}">
      <dsp:nvSpPr>
        <dsp:cNvPr id="0" name=""/>
        <dsp:cNvSpPr/>
      </dsp:nvSpPr>
      <dsp:spPr>
        <a:xfrm>
          <a:off x="11686344" y="1650728"/>
          <a:ext cx="5551387" cy="2366181"/>
        </a:xfrm>
        <a:prstGeom prst="roundRect">
          <a:avLst>
            <a:gd name="adj" fmla="val 10000"/>
          </a:avLst>
        </a:prstGeom>
        <a:gradFill rotWithShape="0">
          <a:gsLst>
            <a:gs pos="0">
              <a:schemeClr val="accent5">
                <a:hueOff val="-925401"/>
                <a:satOff val="-56127"/>
                <a:lumOff val="-47059"/>
                <a:alphaOff val="0"/>
                <a:tint val="50000"/>
                <a:satMod val="300000"/>
              </a:schemeClr>
            </a:gs>
            <a:gs pos="35000">
              <a:schemeClr val="accent5">
                <a:hueOff val="-925401"/>
                <a:satOff val="-56127"/>
                <a:lumOff val="-47059"/>
                <a:alphaOff val="0"/>
                <a:tint val="37000"/>
                <a:satMod val="300000"/>
              </a:schemeClr>
            </a:gs>
            <a:gs pos="100000">
              <a:schemeClr val="accent5">
                <a:hueOff val="-925401"/>
                <a:satOff val="-56127"/>
                <a:lumOff val="-4705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11755647" y="1720031"/>
        <a:ext cx="5412781" cy="22275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1ACCDF-7786-457B-B0FC-CDC671217AF1}">
      <dsp:nvSpPr>
        <dsp:cNvPr id="0" name=""/>
        <dsp:cNvSpPr/>
      </dsp:nvSpPr>
      <dsp:spPr>
        <a:xfrm>
          <a:off x="0" y="0"/>
          <a:ext cx="13817600" cy="2035083"/>
        </a:xfrm>
        <a:prstGeom prst="roundRect">
          <a:avLst>
            <a:gd name="adj" fmla="val 10000"/>
          </a:avLst>
        </a:prstGeom>
        <a:solidFill>
          <a:schemeClr val="accent6">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kern="1200" dirty="0"/>
            <a:t> </a:t>
          </a:r>
        </a:p>
      </dsp:txBody>
      <dsp:txXfrm>
        <a:off x="59606" y="59606"/>
        <a:ext cx="11621585" cy="1915871"/>
      </dsp:txXfrm>
    </dsp:sp>
    <dsp:sp modelId="{B3399945-AAE4-4583-A9FC-3D533EF74C00}">
      <dsp:nvSpPr>
        <dsp:cNvPr id="0" name=""/>
        <dsp:cNvSpPr/>
      </dsp:nvSpPr>
      <dsp:spPr>
        <a:xfrm>
          <a:off x="1219199" y="2374264"/>
          <a:ext cx="13817600" cy="2035083"/>
        </a:xfrm>
        <a:prstGeom prst="roundRect">
          <a:avLst>
            <a:gd name="adj" fmla="val 10000"/>
          </a:avLst>
        </a:prstGeom>
        <a:solidFill>
          <a:schemeClr val="accent6">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kern="1200" dirty="0"/>
            <a:t> </a:t>
          </a:r>
        </a:p>
      </dsp:txBody>
      <dsp:txXfrm>
        <a:off x="1278805" y="2433870"/>
        <a:ext cx="11156383" cy="1915871"/>
      </dsp:txXfrm>
    </dsp:sp>
    <dsp:sp modelId="{A3B8DD6E-D3A2-42DF-A4BE-35350AF76340}">
      <dsp:nvSpPr>
        <dsp:cNvPr id="0" name=""/>
        <dsp:cNvSpPr/>
      </dsp:nvSpPr>
      <dsp:spPr>
        <a:xfrm>
          <a:off x="2438399" y="4748528"/>
          <a:ext cx="13817600" cy="2035083"/>
        </a:xfrm>
        <a:prstGeom prst="roundRect">
          <a:avLst>
            <a:gd name="adj" fmla="val 10000"/>
          </a:avLst>
        </a:prstGeom>
        <a:solidFill>
          <a:schemeClr val="accent6">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kern="1200" dirty="0"/>
            <a:t> </a:t>
          </a:r>
        </a:p>
      </dsp:txBody>
      <dsp:txXfrm>
        <a:off x="2498005" y="4808134"/>
        <a:ext cx="11156383" cy="1915871"/>
      </dsp:txXfrm>
    </dsp:sp>
    <dsp:sp modelId="{672A4E3D-77FF-42CC-A4BD-4EDA740E65FE}">
      <dsp:nvSpPr>
        <dsp:cNvPr id="0" name=""/>
        <dsp:cNvSpPr/>
      </dsp:nvSpPr>
      <dsp:spPr>
        <a:xfrm>
          <a:off x="12494795" y="1543271"/>
          <a:ext cx="1322804" cy="1322804"/>
        </a:xfrm>
        <a:prstGeom prst="downArrow">
          <a:avLst>
            <a:gd name="adj1" fmla="val 55000"/>
            <a:gd name="adj2" fmla="val 45000"/>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2792426" y="1543271"/>
        <a:ext cx="727542" cy="995410"/>
      </dsp:txXfrm>
    </dsp:sp>
    <dsp:sp modelId="{C03572BA-2BCF-4BC7-B35F-905D8D587194}">
      <dsp:nvSpPr>
        <dsp:cNvPr id="0" name=""/>
        <dsp:cNvSpPr/>
      </dsp:nvSpPr>
      <dsp:spPr>
        <a:xfrm>
          <a:off x="13713995" y="3903968"/>
          <a:ext cx="1322804" cy="1322804"/>
        </a:xfrm>
        <a:prstGeom prst="downArrow">
          <a:avLst>
            <a:gd name="adj1" fmla="val 55000"/>
            <a:gd name="adj2" fmla="val 45000"/>
          </a:avLst>
        </a:prstGeom>
        <a:solidFill>
          <a:schemeClr val="accent6">
            <a:alpha val="90000"/>
            <a:tint val="40000"/>
            <a:hueOff val="0"/>
            <a:satOff val="0"/>
            <a:lumOff val="0"/>
            <a:alphaOff val="-4000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4011626" y="3903968"/>
        <a:ext cx="727542" cy="9954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EE2C97-CFC1-4326-B070-2ED3CA9360D6}">
      <dsp:nvSpPr>
        <dsp:cNvPr id="0" name=""/>
        <dsp:cNvSpPr/>
      </dsp:nvSpPr>
      <dsp:spPr>
        <a:xfrm>
          <a:off x="1271016" y="1524554"/>
          <a:ext cx="12286488" cy="6349582"/>
        </a:xfrm>
        <a:prstGeom prst="rect">
          <a:avLst/>
        </a:prstGeom>
        <a:solidFill>
          <a:schemeClr val="accent6">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D043DC-4B9C-4D61-95D0-7BF7BBE1C64A}">
      <dsp:nvSpPr>
        <dsp:cNvPr id="0" name=""/>
        <dsp:cNvSpPr/>
      </dsp:nvSpPr>
      <dsp:spPr>
        <a:xfrm>
          <a:off x="1638198" y="2267145"/>
          <a:ext cx="5705449" cy="5431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0" lvl="0" indent="0" algn="l" defTabSz="2889250">
            <a:lnSpc>
              <a:spcPct val="90000"/>
            </a:lnSpc>
            <a:spcBef>
              <a:spcPct val="0"/>
            </a:spcBef>
            <a:spcAft>
              <a:spcPct val="35000"/>
            </a:spcAft>
            <a:buNone/>
          </a:pPr>
          <a:r>
            <a:rPr lang="en-US" sz="6500" kern="1200" dirty="0"/>
            <a:t> </a:t>
          </a:r>
        </a:p>
      </dsp:txBody>
      <dsp:txXfrm>
        <a:off x="1638198" y="2267145"/>
        <a:ext cx="5705449" cy="5431990"/>
      </dsp:txXfrm>
    </dsp:sp>
    <dsp:sp modelId="{FAE83DCF-623D-482B-B974-9BEF33DD5C49}">
      <dsp:nvSpPr>
        <dsp:cNvPr id="0" name=""/>
        <dsp:cNvSpPr/>
      </dsp:nvSpPr>
      <dsp:spPr>
        <a:xfrm>
          <a:off x="7470749" y="2267145"/>
          <a:ext cx="5705449" cy="5431990"/>
        </a:xfrm>
        <a:prstGeom prst="rect">
          <a:avLst/>
        </a:prstGeom>
        <a:noFill/>
        <a:ln>
          <a:noFill/>
        </a:ln>
        <a:effectLst/>
      </dsp:spPr>
      <dsp:style>
        <a:lnRef idx="0">
          <a:scrgbClr r="0" g="0" b="0"/>
        </a:lnRef>
        <a:fillRef idx="0">
          <a:scrgbClr r="0" g="0" b="0"/>
        </a:fillRef>
        <a:effectRef idx="0">
          <a:scrgbClr r="0" g="0" b="0"/>
        </a:effectRef>
        <a:fontRef idx="minor"/>
      </dsp:style>
    </dsp:sp>
    <dsp:sp modelId="{FAD634EB-4191-42B1-8AC3-5C7F006C7FA8}">
      <dsp:nvSpPr>
        <dsp:cNvPr id="0" name=""/>
        <dsp:cNvSpPr/>
      </dsp:nvSpPr>
      <dsp:spPr>
        <a:xfrm>
          <a:off x="0" y="253863"/>
          <a:ext cx="2400808" cy="2400808"/>
        </a:xfrm>
        <a:prstGeom prst="plus">
          <a:avLst>
            <a:gd name="adj" fmla="val 32810"/>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759330-4922-4057-98FB-73BDBFE53817}">
      <dsp:nvSpPr>
        <dsp:cNvPr id="0" name=""/>
        <dsp:cNvSpPr/>
      </dsp:nvSpPr>
      <dsp:spPr>
        <a:xfrm>
          <a:off x="11862816" y="1117251"/>
          <a:ext cx="2259584" cy="774339"/>
        </a:xfrm>
        <a:prstGeom prst="rect">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38A972-15A8-4C31-9AAF-97373695F0B9}">
      <dsp:nvSpPr>
        <dsp:cNvPr id="0" name=""/>
        <dsp:cNvSpPr/>
      </dsp:nvSpPr>
      <dsp:spPr>
        <a:xfrm>
          <a:off x="7414260" y="2278760"/>
          <a:ext cx="1412" cy="5188073"/>
        </a:xfrm>
        <a:prstGeom prst="line">
          <a:avLst/>
        </a:pr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Layouts/_rels/slideLayout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Layouts/_rels/slideLayout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Layouts/_rels/slideLayout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9"/>
        <p:cNvGrpSpPr/>
        <p:nvPr/>
      </p:nvGrpSpPr>
      <p:grpSpPr>
        <a:xfrm>
          <a:off x="0" y="0"/>
          <a:ext cx="0" cy="0"/>
          <a:chOff x="0" y="0"/>
          <a:chExt cx="0" cy="0"/>
        </a:xfrm>
      </p:grpSpPr>
      <p:pic>
        <p:nvPicPr>
          <p:cNvPr id="10" name="Google Shape;10;p3"/>
          <p:cNvPicPr preferRelativeResize="0"/>
          <p:nvPr/>
        </p:nvPicPr>
        <p:blipFill>
          <a:blip r:embed="rId2">
            <a:alphaModFix/>
          </a:blip>
          <a:stretch>
            <a:fillRect/>
          </a:stretch>
        </p:blipFill>
        <p:spPr>
          <a:xfrm>
            <a:off x="-4395884" y="-3247950"/>
            <a:ext cx="10733166" cy="10286998"/>
          </a:xfrm>
          <a:prstGeom prst="rect">
            <a:avLst/>
          </a:prstGeom>
          <a:noFill/>
          <a:ln>
            <a:noFill/>
          </a:ln>
        </p:spPr>
      </p:pic>
      <p:pic>
        <p:nvPicPr>
          <p:cNvPr id="11" name="Google Shape;11;p3"/>
          <p:cNvPicPr preferRelativeResize="0"/>
          <p:nvPr/>
        </p:nvPicPr>
        <p:blipFill>
          <a:blip r:embed="rId3">
            <a:alphaModFix/>
          </a:blip>
          <a:stretch>
            <a:fillRect/>
          </a:stretch>
        </p:blipFill>
        <p:spPr>
          <a:xfrm>
            <a:off x="10068427" y="2078288"/>
            <a:ext cx="10732896" cy="10287000"/>
          </a:xfrm>
          <a:prstGeom prst="rect">
            <a:avLst/>
          </a:prstGeom>
          <a:noFill/>
          <a:ln>
            <a:noFill/>
          </a:ln>
        </p:spPr>
      </p:pic>
      <p:grpSp>
        <p:nvGrpSpPr>
          <p:cNvPr id="12" name="Google Shape;12;p3"/>
          <p:cNvGrpSpPr/>
          <p:nvPr/>
        </p:nvGrpSpPr>
        <p:grpSpPr>
          <a:xfrm>
            <a:off x="599292" y="321471"/>
            <a:ext cx="17089425" cy="9463331"/>
            <a:chOff x="0" y="-241102"/>
            <a:chExt cx="22785900" cy="12617775"/>
          </a:xfrm>
        </p:grpSpPr>
        <p:grpSp>
          <p:nvGrpSpPr>
            <p:cNvPr id="13" name="Google Shape;13;p3"/>
            <p:cNvGrpSpPr/>
            <p:nvPr/>
          </p:nvGrpSpPr>
          <p:grpSpPr>
            <a:xfrm>
              <a:off x="0" y="-241102"/>
              <a:ext cx="22785887" cy="12617775"/>
              <a:chOff x="0" y="-47625"/>
              <a:chExt cx="4500916" cy="2492400"/>
            </a:xfrm>
          </p:grpSpPr>
          <p:sp>
            <p:nvSpPr>
              <p:cNvPr id="14" name="Google Shape;14;p3"/>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sp>
          <p:sp>
            <p:nvSpPr>
              <p:cNvPr id="15" name="Google Shape;15;p3"/>
              <p:cNvSpPr txBox="1"/>
              <p:nvPr/>
            </p:nvSpPr>
            <p:spPr>
              <a:xfrm>
                <a:off x="0" y="-47625"/>
                <a:ext cx="4500900" cy="2492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6" name="Google Shape;16;p3"/>
            <p:cNvCxnSpPr/>
            <p:nvPr/>
          </p:nvCxnSpPr>
          <p:spPr>
            <a:xfrm>
              <a:off x="7352182"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17" name="Google Shape;17;p3"/>
            <p:cNvCxnSpPr/>
            <p:nvPr/>
          </p:nvCxnSpPr>
          <p:spPr>
            <a:xfrm>
              <a:off x="15433707"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18" name="Google Shape;18;p3"/>
            <p:cNvCxnSpPr/>
            <p:nvPr/>
          </p:nvCxnSpPr>
          <p:spPr>
            <a:xfrm>
              <a:off x="0" y="813022"/>
              <a:ext cx="22785900" cy="0"/>
            </a:xfrm>
            <a:prstGeom prst="straightConnector1">
              <a:avLst/>
            </a:prstGeom>
            <a:noFill/>
            <a:ln w="38100" cap="flat" cmpd="sng">
              <a:solidFill>
                <a:srgbClr val="000000"/>
              </a:solidFill>
              <a:prstDash val="solid"/>
              <a:round/>
              <a:headEnd type="none" w="sm" len="sm"/>
              <a:tailEnd type="none" w="sm" len="sm"/>
            </a:ln>
          </p:spPr>
        </p:cxnSp>
        <p:grpSp>
          <p:nvGrpSpPr>
            <p:cNvPr id="19" name="Google Shape;19;p3"/>
            <p:cNvGrpSpPr/>
            <p:nvPr/>
          </p:nvGrpSpPr>
          <p:grpSpPr>
            <a:xfrm rot="-5400000">
              <a:off x="21891605" y="145102"/>
              <a:ext cx="478739" cy="506790"/>
              <a:chOff x="0" y="-47625"/>
              <a:chExt cx="812800" cy="860425"/>
            </a:xfrm>
          </p:grpSpPr>
          <p:sp>
            <p:nvSpPr>
              <p:cNvPr id="20" name="Google Shape;20;p3"/>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21" name="Google Shape;21;p3"/>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 name="Google Shape;22;p3"/>
            <p:cNvGrpSpPr/>
            <p:nvPr/>
          </p:nvGrpSpPr>
          <p:grpSpPr>
            <a:xfrm rot="5400000">
              <a:off x="19512172" y="141499"/>
              <a:ext cx="478739" cy="506790"/>
              <a:chOff x="0" y="-47625"/>
              <a:chExt cx="812800" cy="860425"/>
            </a:xfrm>
          </p:grpSpPr>
          <p:sp>
            <p:nvSpPr>
              <p:cNvPr id="23" name="Google Shape;23;p3"/>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24" name="Google Shape;24;p3"/>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 name="Google Shape;27;p3"/>
            <p:cNvGrpSpPr/>
            <p:nvPr/>
          </p:nvGrpSpPr>
          <p:grpSpPr>
            <a:xfrm>
              <a:off x="132942" y="103353"/>
              <a:ext cx="585460" cy="585460"/>
              <a:chOff x="0" y="0"/>
              <a:chExt cx="812800" cy="812800"/>
            </a:xfrm>
          </p:grpSpPr>
          <p:sp>
            <p:nvSpPr>
              <p:cNvPr id="28" name="Google Shape;28;p3"/>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sp>
          <p:sp>
            <p:nvSpPr>
              <p:cNvPr id="29" name="Google Shape;29;p3"/>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 name="Google Shape;30;p3"/>
            <p:cNvGrpSpPr/>
            <p:nvPr/>
          </p:nvGrpSpPr>
          <p:grpSpPr>
            <a:xfrm>
              <a:off x="819773" y="103353"/>
              <a:ext cx="585460" cy="585460"/>
              <a:chOff x="0" y="0"/>
              <a:chExt cx="812800" cy="812800"/>
            </a:xfrm>
          </p:grpSpPr>
          <p:sp>
            <p:nvSpPr>
              <p:cNvPr id="31" name="Google Shape;31;p3"/>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sp>
          <p:sp>
            <p:nvSpPr>
              <p:cNvPr id="32" name="Google Shape;32;p3"/>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 name="Google Shape;33;p3"/>
            <p:cNvGrpSpPr/>
            <p:nvPr/>
          </p:nvGrpSpPr>
          <p:grpSpPr>
            <a:xfrm>
              <a:off x="1506605" y="103353"/>
              <a:ext cx="585460" cy="585460"/>
              <a:chOff x="0" y="0"/>
              <a:chExt cx="812800" cy="812800"/>
            </a:xfrm>
          </p:grpSpPr>
          <p:sp>
            <p:nvSpPr>
              <p:cNvPr id="34" name="Google Shape;34;p3"/>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sp>
          <p:sp>
            <p:nvSpPr>
              <p:cNvPr id="35" name="Google Shape;35;p3"/>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6" name="Google Shape;36;p3"/>
          <p:cNvSpPr txBox="1">
            <a:spLocks noGrp="1"/>
          </p:cNvSpPr>
          <p:nvPr>
            <p:ph type="ctrTitle" hasCustomPrompt="1"/>
          </p:nvPr>
        </p:nvSpPr>
        <p:spPr>
          <a:xfrm>
            <a:off x="1709850" y="1768590"/>
            <a:ext cx="14868300" cy="482271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150, str</a:t>
            </a:r>
            <a:endParaRPr dirty="0"/>
          </a:p>
        </p:txBody>
      </p:sp>
      <p:sp>
        <p:nvSpPr>
          <p:cNvPr id="37" name="Google Shape;37;p3"/>
          <p:cNvSpPr txBox="1">
            <a:spLocks noGrp="1"/>
          </p:cNvSpPr>
          <p:nvPr>
            <p:ph type="subTitle" idx="1" hasCustomPrompt="1"/>
          </p:nvPr>
        </p:nvSpPr>
        <p:spPr>
          <a:xfrm>
            <a:off x="4458450" y="7234100"/>
            <a:ext cx="93711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SzPts val="3200"/>
              <a:buNone/>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r>
              <a:rPr lang="en-US" dirty="0"/>
              <a:t>Author, 140, str</a:t>
            </a:r>
            <a:endParaRPr dirty="0"/>
          </a:p>
        </p:txBody>
      </p:sp>
      <p:grpSp>
        <p:nvGrpSpPr>
          <p:cNvPr id="38" name="Google Shape;38;p3"/>
          <p:cNvGrpSpPr/>
          <p:nvPr/>
        </p:nvGrpSpPr>
        <p:grpSpPr>
          <a:xfrm>
            <a:off x="16149612" y="1282007"/>
            <a:ext cx="564083" cy="564083"/>
            <a:chOff x="0" y="0"/>
            <a:chExt cx="812800" cy="812800"/>
          </a:xfrm>
        </p:grpSpPr>
        <p:sp>
          <p:nvSpPr>
            <p:cNvPr id="39" name="Google Shape;39;p3"/>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sp>
        <p:sp>
          <p:nvSpPr>
            <p:cNvPr id="40" name="Google Shape;40;p3"/>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 name="Google Shape;41;p3"/>
          <p:cNvGrpSpPr/>
          <p:nvPr/>
        </p:nvGrpSpPr>
        <p:grpSpPr>
          <a:xfrm>
            <a:off x="16149608" y="4861454"/>
            <a:ext cx="564083" cy="564083"/>
            <a:chOff x="0" y="0"/>
            <a:chExt cx="812800" cy="812800"/>
          </a:xfrm>
        </p:grpSpPr>
        <p:sp>
          <p:nvSpPr>
            <p:cNvPr id="42" name="Google Shape;42;p3"/>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sp>
        <p:sp>
          <p:nvSpPr>
            <p:cNvPr id="43" name="Google Shape;43;p3"/>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27177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reserve="1" userDrawn="1">
  <p:cSld name="1_Title Slide">
    <p:spTree>
      <p:nvGrpSpPr>
        <p:cNvPr id="1" name="Shape 9"/>
        <p:cNvGrpSpPr/>
        <p:nvPr/>
      </p:nvGrpSpPr>
      <p:grpSpPr>
        <a:xfrm>
          <a:off x="0" y="0"/>
          <a:ext cx="0" cy="0"/>
          <a:chOff x="0" y="0"/>
          <a:chExt cx="0" cy="0"/>
        </a:xfrm>
      </p:grpSpPr>
      <p:pic>
        <p:nvPicPr>
          <p:cNvPr id="2" name="Google Shape;292;p12">
            <a:extLst>
              <a:ext uri="{FF2B5EF4-FFF2-40B4-BE49-F238E27FC236}">
                <a16:creationId xmlns:a16="http://schemas.microsoft.com/office/drawing/2014/main" id="{77B3E309-8EFD-FC43-3C4C-10246EF137A0}"/>
              </a:ext>
            </a:extLst>
          </p:cNvPr>
          <p:cNvPicPr preferRelativeResize="0"/>
          <p:nvPr userDrawn="1"/>
        </p:nvPicPr>
        <p:blipFill>
          <a:blip r:embed="rId2">
            <a:alphaModFix/>
          </a:blip>
          <a:stretch>
            <a:fillRect/>
          </a:stretch>
        </p:blipFill>
        <p:spPr>
          <a:xfrm>
            <a:off x="9383555" y="4778475"/>
            <a:ext cx="10403840" cy="10287000"/>
          </a:xfrm>
          <a:prstGeom prst="rect">
            <a:avLst/>
          </a:prstGeom>
          <a:noFill/>
          <a:ln>
            <a:noFill/>
          </a:ln>
        </p:spPr>
      </p:pic>
      <p:pic>
        <p:nvPicPr>
          <p:cNvPr id="3" name="Google Shape;293;p12">
            <a:extLst>
              <a:ext uri="{FF2B5EF4-FFF2-40B4-BE49-F238E27FC236}">
                <a16:creationId xmlns:a16="http://schemas.microsoft.com/office/drawing/2014/main" id="{8EBD4DD9-0D6A-83A1-04C2-41F4126C9662}"/>
              </a:ext>
            </a:extLst>
          </p:cNvPr>
          <p:cNvPicPr preferRelativeResize="0"/>
          <p:nvPr userDrawn="1"/>
        </p:nvPicPr>
        <p:blipFill>
          <a:blip r:embed="rId3">
            <a:alphaModFix/>
          </a:blip>
          <a:stretch>
            <a:fillRect/>
          </a:stretch>
        </p:blipFill>
        <p:spPr>
          <a:xfrm>
            <a:off x="-2545225" y="-6282150"/>
            <a:ext cx="14904852" cy="14737474"/>
          </a:xfrm>
          <a:prstGeom prst="rect">
            <a:avLst/>
          </a:prstGeom>
          <a:noFill/>
          <a:ln>
            <a:noFill/>
          </a:ln>
        </p:spPr>
      </p:pic>
      <p:grpSp>
        <p:nvGrpSpPr>
          <p:cNvPr id="4" name="Google Shape;294;p12">
            <a:extLst>
              <a:ext uri="{FF2B5EF4-FFF2-40B4-BE49-F238E27FC236}">
                <a16:creationId xmlns:a16="http://schemas.microsoft.com/office/drawing/2014/main" id="{41C0C43B-2853-5E46-9CC7-993E770CECA6}"/>
              </a:ext>
            </a:extLst>
          </p:cNvPr>
          <p:cNvGrpSpPr/>
          <p:nvPr userDrawn="1"/>
        </p:nvGrpSpPr>
        <p:grpSpPr>
          <a:xfrm>
            <a:off x="599292" y="321471"/>
            <a:ext cx="17089416" cy="9463232"/>
            <a:chOff x="0" y="-241102"/>
            <a:chExt cx="22785889" cy="12617644"/>
          </a:xfrm>
        </p:grpSpPr>
        <p:grpSp>
          <p:nvGrpSpPr>
            <p:cNvPr id="5" name="Google Shape;295;p12">
              <a:extLst>
                <a:ext uri="{FF2B5EF4-FFF2-40B4-BE49-F238E27FC236}">
                  <a16:creationId xmlns:a16="http://schemas.microsoft.com/office/drawing/2014/main" id="{4592DA1B-7359-28FC-CB1A-CE9A0BE1A8D4}"/>
                </a:ext>
              </a:extLst>
            </p:cNvPr>
            <p:cNvGrpSpPr/>
            <p:nvPr/>
          </p:nvGrpSpPr>
          <p:grpSpPr>
            <a:xfrm>
              <a:off x="0" y="-241102"/>
              <a:ext cx="22785889" cy="12617644"/>
              <a:chOff x="0" y="-47625"/>
              <a:chExt cx="4500916" cy="2492374"/>
            </a:xfrm>
          </p:grpSpPr>
          <p:sp>
            <p:nvSpPr>
              <p:cNvPr id="58" name="Google Shape;296;p12">
                <a:extLst>
                  <a:ext uri="{FF2B5EF4-FFF2-40B4-BE49-F238E27FC236}">
                    <a16:creationId xmlns:a16="http://schemas.microsoft.com/office/drawing/2014/main" id="{ABA5684A-D190-A9E8-8DCE-CEFFEF971136}"/>
                  </a:ext>
                </a:extLst>
              </p:cNvPr>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txBody>
              <a:bodyPr/>
              <a:lstStyle/>
              <a:p>
                <a:endParaRPr lang="en-US"/>
              </a:p>
            </p:txBody>
          </p:sp>
          <p:sp>
            <p:nvSpPr>
              <p:cNvPr id="59" name="Google Shape;297;p12">
                <a:extLst>
                  <a:ext uri="{FF2B5EF4-FFF2-40B4-BE49-F238E27FC236}">
                    <a16:creationId xmlns:a16="http://schemas.microsoft.com/office/drawing/2014/main" id="{E88D344A-4360-968B-0ADE-CFEFB46DC36D}"/>
                  </a:ext>
                </a:extLst>
              </p:cNvPr>
              <p:cNvSpPr txBox="1"/>
              <p:nvPr/>
            </p:nvSpPr>
            <p:spPr>
              <a:xfrm>
                <a:off x="0" y="-47625"/>
                <a:ext cx="4500916" cy="2492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 name="Google Shape;298;p12">
              <a:extLst>
                <a:ext uri="{FF2B5EF4-FFF2-40B4-BE49-F238E27FC236}">
                  <a16:creationId xmlns:a16="http://schemas.microsoft.com/office/drawing/2014/main" id="{48EC0826-6EE6-026E-72CE-DA4B7AC02A68}"/>
                </a:ext>
              </a:extLst>
            </p:cNvPr>
            <p:cNvCxnSpPr/>
            <p:nvPr/>
          </p:nvCxnSpPr>
          <p:spPr>
            <a:xfrm>
              <a:off x="7352182"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7" name="Google Shape;299;p12">
              <a:extLst>
                <a:ext uri="{FF2B5EF4-FFF2-40B4-BE49-F238E27FC236}">
                  <a16:creationId xmlns:a16="http://schemas.microsoft.com/office/drawing/2014/main" id="{2173CB70-029F-F47C-C6AA-8DAD48E241FD}"/>
                </a:ext>
              </a:extLst>
            </p:cNvPr>
            <p:cNvCxnSpPr/>
            <p:nvPr/>
          </p:nvCxnSpPr>
          <p:spPr>
            <a:xfrm>
              <a:off x="15433707"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8" name="Google Shape;300;p12">
              <a:extLst>
                <a:ext uri="{FF2B5EF4-FFF2-40B4-BE49-F238E27FC236}">
                  <a16:creationId xmlns:a16="http://schemas.microsoft.com/office/drawing/2014/main" id="{7393D605-ACE8-1315-EC66-973AA49B4C12}"/>
                </a:ext>
              </a:extLst>
            </p:cNvPr>
            <p:cNvCxnSpPr/>
            <p:nvPr/>
          </p:nvCxnSpPr>
          <p:spPr>
            <a:xfrm>
              <a:off x="0" y="813022"/>
              <a:ext cx="22785889" cy="0"/>
            </a:xfrm>
            <a:prstGeom prst="straightConnector1">
              <a:avLst/>
            </a:prstGeom>
            <a:noFill/>
            <a:ln w="38100" cap="flat" cmpd="sng">
              <a:solidFill>
                <a:srgbClr val="000000"/>
              </a:solidFill>
              <a:prstDash val="solid"/>
              <a:round/>
              <a:headEnd type="none" w="sm" len="sm"/>
              <a:tailEnd type="none" w="sm" len="sm"/>
            </a:ln>
          </p:spPr>
        </p:cxnSp>
        <p:grpSp>
          <p:nvGrpSpPr>
            <p:cNvPr id="9" name="Google Shape;301;p12">
              <a:extLst>
                <a:ext uri="{FF2B5EF4-FFF2-40B4-BE49-F238E27FC236}">
                  <a16:creationId xmlns:a16="http://schemas.microsoft.com/office/drawing/2014/main" id="{2EE8EDE8-CD56-7BE6-F595-3A44008C243B}"/>
                </a:ext>
              </a:extLst>
            </p:cNvPr>
            <p:cNvGrpSpPr/>
            <p:nvPr/>
          </p:nvGrpSpPr>
          <p:grpSpPr>
            <a:xfrm rot="-5400000">
              <a:off x="21891606" y="145130"/>
              <a:ext cx="478712" cy="506762"/>
              <a:chOff x="0" y="-47625"/>
              <a:chExt cx="812800" cy="860425"/>
            </a:xfrm>
          </p:grpSpPr>
          <p:sp>
            <p:nvSpPr>
              <p:cNvPr id="56" name="Google Shape;302;p12">
                <a:extLst>
                  <a:ext uri="{FF2B5EF4-FFF2-40B4-BE49-F238E27FC236}">
                    <a16:creationId xmlns:a16="http://schemas.microsoft.com/office/drawing/2014/main" id="{BF8DC34C-72D4-3337-D246-7B5E71F7FF7D}"/>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57" name="Google Shape;303;p12">
                <a:extLst>
                  <a:ext uri="{FF2B5EF4-FFF2-40B4-BE49-F238E27FC236}">
                    <a16:creationId xmlns:a16="http://schemas.microsoft.com/office/drawing/2014/main" id="{B9BABA8A-7827-197F-A43D-9EA2CC248939}"/>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 name="Google Shape;304;p12">
              <a:extLst>
                <a:ext uri="{FF2B5EF4-FFF2-40B4-BE49-F238E27FC236}">
                  <a16:creationId xmlns:a16="http://schemas.microsoft.com/office/drawing/2014/main" id="{00E671AE-5305-8D2B-EEA5-D2D46A187315}"/>
                </a:ext>
              </a:extLst>
            </p:cNvPr>
            <p:cNvGrpSpPr/>
            <p:nvPr/>
          </p:nvGrpSpPr>
          <p:grpSpPr>
            <a:xfrm rot="5400000">
              <a:off x="19512199" y="141500"/>
              <a:ext cx="478712" cy="506762"/>
              <a:chOff x="0" y="-47625"/>
              <a:chExt cx="812800" cy="860425"/>
            </a:xfrm>
          </p:grpSpPr>
          <p:sp>
            <p:nvSpPr>
              <p:cNvPr id="54" name="Google Shape;305;p12">
                <a:extLst>
                  <a:ext uri="{FF2B5EF4-FFF2-40B4-BE49-F238E27FC236}">
                    <a16:creationId xmlns:a16="http://schemas.microsoft.com/office/drawing/2014/main" id="{8E63E901-3DAB-5DA5-C5DE-A792FA8C9EE7}"/>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55" name="Google Shape;306;p12">
                <a:extLst>
                  <a:ext uri="{FF2B5EF4-FFF2-40B4-BE49-F238E27FC236}">
                    <a16:creationId xmlns:a16="http://schemas.microsoft.com/office/drawing/2014/main" id="{C835649C-BCC8-EEC9-0686-AC1E8D6C27BC}"/>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 name="Google Shape;309;p12">
              <a:extLst>
                <a:ext uri="{FF2B5EF4-FFF2-40B4-BE49-F238E27FC236}">
                  <a16:creationId xmlns:a16="http://schemas.microsoft.com/office/drawing/2014/main" id="{419DB7E5-FA86-E34B-920D-A8E429FECA81}"/>
                </a:ext>
              </a:extLst>
            </p:cNvPr>
            <p:cNvGrpSpPr/>
            <p:nvPr/>
          </p:nvGrpSpPr>
          <p:grpSpPr>
            <a:xfrm>
              <a:off x="132942" y="103353"/>
              <a:ext cx="585476" cy="585476"/>
              <a:chOff x="0" y="0"/>
              <a:chExt cx="812800" cy="812800"/>
            </a:xfrm>
          </p:grpSpPr>
          <p:sp>
            <p:nvSpPr>
              <p:cNvPr id="52" name="Google Shape;310;p12">
                <a:extLst>
                  <a:ext uri="{FF2B5EF4-FFF2-40B4-BE49-F238E27FC236}">
                    <a16:creationId xmlns:a16="http://schemas.microsoft.com/office/drawing/2014/main" id="{E7A4CD6D-8C97-2156-BA20-1D6011CCF665}"/>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53" name="Google Shape;311;p12">
                <a:extLst>
                  <a:ext uri="{FF2B5EF4-FFF2-40B4-BE49-F238E27FC236}">
                    <a16:creationId xmlns:a16="http://schemas.microsoft.com/office/drawing/2014/main" id="{92A35A61-F037-AA38-A2E0-7A0402060885}"/>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 name="Google Shape;312;p12">
              <a:extLst>
                <a:ext uri="{FF2B5EF4-FFF2-40B4-BE49-F238E27FC236}">
                  <a16:creationId xmlns:a16="http://schemas.microsoft.com/office/drawing/2014/main" id="{ED32221E-5008-7C81-21D0-0A5632D84D80}"/>
                </a:ext>
              </a:extLst>
            </p:cNvPr>
            <p:cNvGrpSpPr/>
            <p:nvPr/>
          </p:nvGrpSpPr>
          <p:grpSpPr>
            <a:xfrm>
              <a:off x="819773" y="103353"/>
              <a:ext cx="585476" cy="585476"/>
              <a:chOff x="0" y="0"/>
              <a:chExt cx="812800" cy="812800"/>
            </a:xfrm>
          </p:grpSpPr>
          <p:sp>
            <p:nvSpPr>
              <p:cNvPr id="50" name="Google Shape;313;p12">
                <a:extLst>
                  <a:ext uri="{FF2B5EF4-FFF2-40B4-BE49-F238E27FC236}">
                    <a16:creationId xmlns:a16="http://schemas.microsoft.com/office/drawing/2014/main" id="{EE80BB8A-275C-4447-06A2-3F1E3E83A99F}"/>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txBody>
              <a:bodyPr/>
              <a:lstStyle/>
              <a:p>
                <a:endParaRPr lang="en-US"/>
              </a:p>
            </p:txBody>
          </p:sp>
          <p:sp>
            <p:nvSpPr>
              <p:cNvPr id="51" name="Google Shape;314;p12">
                <a:extLst>
                  <a:ext uri="{FF2B5EF4-FFF2-40B4-BE49-F238E27FC236}">
                    <a16:creationId xmlns:a16="http://schemas.microsoft.com/office/drawing/2014/main" id="{1A46F9EF-E276-321D-AB71-DCEF578B4120}"/>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 name="Google Shape;315;p12">
              <a:extLst>
                <a:ext uri="{FF2B5EF4-FFF2-40B4-BE49-F238E27FC236}">
                  <a16:creationId xmlns:a16="http://schemas.microsoft.com/office/drawing/2014/main" id="{43B5BE2C-BCBD-2CBA-590A-98594A186AA9}"/>
                </a:ext>
              </a:extLst>
            </p:cNvPr>
            <p:cNvGrpSpPr/>
            <p:nvPr/>
          </p:nvGrpSpPr>
          <p:grpSpPr>
            <a:xfrm>
              <a:off x="1506605" y="103353"/>
              <a:ext cx="585476" cy="585476"/>
              <a:chOff x="0" y="0"/>
              <a:chExt cx="812800" cy="812800"/>
            </a:xfrm>
          </p:grpSpPr>
          <p:sp>
            <p:nvSpPr>
              <p:cNvPr id="48" name="Google Shape;316;p12">
                <a:extLst>
                  <a:ext uri="{FF2B5EF4-FFF2-40B4-BE49-F238E27FC236}">
                    <a16:creationId xmlns:a16="http://schemas.microsoft.com/office/drawing/2014/main" id="{F72A012A-1121-B39F-2306-FDCF7EB498D1}"/>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txBody>
              <a:bodyPr/>
              <a:lstStyle/>
              <a:p>
                <a:endParaRPr lang="en-US"/>
              </a:p>
            </p:txBody>
          </p:sp>
          <p:sp>
            <p:nvSpPr>
              <p:cNvPr id="49" name="Google Shape;317;p12">
                <a:extLst>
                  <a:ext uri="{FF2B5EF4-FFF2-40B4-BE49-F238E27FC236}">
                    <a16:creationId xmlns:a16="http://schemas.microsoft.com/office/drawing/2014/main" id="{73308EA6-4115-DCE0-0DB8-D18001675B22}"/>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60" name="Google Shape;318;p12">
            <a:extLst>
              <a:ext uri="{FF2B5EF4-FFF2-40B4-BE49-F238E27FC236}">
                <a16:creationId xmlns:a16="http://schemas.microsoft.com/office/drawing/2014/main" id="{8A154B57-8753-4A4B-CFC0-AE62421FACFE}"/>
              </a:ext>
            </a:extLst>
          </p:cNvPr>
          <p:cNvGrpSpPr/>
          <p:nvPr userDrawn="1"/>
        </p:nvGrpSpPr>
        <p:grpSpPr>
          <a:xfrm>
            <a:off x="9345921" y="3169972"/>
            <a:ext cx="937732" cy="1131753"/>
            <a:chOff x="0" y="-47625"/>
            <a:chExt cx="1625691" cy="298075"/>
          </a:xfrm>
        </p:grpSpPr>
        <p:sp>
          <p:nvSpPr>
            <p:cNvPr id="61" name="Google Shape;319;p12">
              <a:extLst>
                <a:ext uri="{FF2B5EF4-FFF2-40B4-BE49-F238E27FC236}">
                  <a16:creationId xmlns:a16="http://schemas.microsoft.com/office/drawing/2014/main" id="{798CF0F1-C95E-8D16-7134-524A1A467FCD}"/>
                </a:ext>
              </a:extLst>
            </p:cNvPr>
            <p:cNvSpPr/>
            <p:nvPr/>
          </p:nvSpPr>
          <p:spPr>
            <a:xfrm>
              <a:off x="0" y="0"/>
              <a:ext cx="1625691" cy="250450"/>
            </a:xfrm>
            <a:custGeom>
              <a:avLst/>
              <a:gdLst/>
              <a:ahLst/>
              <a:cxnLst/>
              <a:rect l="l" t="t" r="r" b="b"/>
              <a:pathLst>
                <a:path w="1625691" h="250450" extrusionOk="0">
                  <a:moveTo>
                    <a:pt x="0" y="0"/>
                  </a:moveTo>
                  <a:lnTo>
                    <a:pt x="1625691" y="0"/>
                  </a:lnTo>
                  <a:lnTo>
                    <a:pt x="1625691" y="250450"/>
                  </a:lnTo>
                  <a:lnTo>
                    <a:pt x="0" y="25045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62" name="Google Shape;320;p12">
              <a:extLst>
                <a:ext uri="{FF2B5EF4-FFF2-40B4-BE49-F238E27FC236}">
                  <a16:creationId xmlns:a16="http://schemas.microsoft.com/office/drawing/2014/main" id="{AAD5C31B-BFCC-4E1A-7E42-650FA8DC6323}"/>
                </a:ext>
              </a:extLst>
            </p:cNvPr>
            <p:cNvSpPr txBox="1"/>
            <p:nvPr/>
          </p:nvSpPr>
          <p:spPr>
            <a:xfrm>
              <a:off x="0" y="-47625"/>
              <a:ext cx="1625691" cy="29807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 name="Google Shape;321;p12">
            <a:extLst>
              <a:ext uri="{FF2B5EF4-FFF2-40B4-BE49-F238E27FC236}">
                <a16:creationId xmlns:a16="http://schemas.microsoft.com/office/drawing/2014/main" id="{AA77CCDD-78A7-1177-AAE1-D7C04A8C711A}"/>
              </a:ext>
            </a:extLst>
          </p:cNvPr>
          <p:cNvGrpSpPr/>
          <p:nvPr userDrawn="1"/>
        </p:nvGrpSpPr>
        <p:grpSpPr>
          <a:xfrm>
            <a:off x="1230622" y="3169972"/>
            <a:ext cx="937732" cy="1131753"/>
            <a:chOff x="0" y="-47625"/>
            <a:chExt cx="1665835" cy="298075"/>
          </a:xfrm>
        </p:grpSpPr>
        <p:sp>
          <p:nvSpPr>
            <p:cNvPr id="64" name="Google Shape;322;p12">
              <a:extLst>
                <a:ext uri="{FF2B5EF4-FFF2-40B4-BE49-F238E27FC236}">
                  <a16:creationId xmlns:a16="http://schemas.microsoft.com/office/drawing/2014/main" id="{C4E98449-D4EE-BBC9-1446-E1E19BEF1BC3}"/>
                </a:ext>
              </a:extLst>
            </p:cNvPr>
            <p:cNvSpPr/>
            <p:nvPr/>
          </p:nvSpPr>
          <p:spPr>
            <a:xfrm>
              <a:off x="0" y="0"/>
              <a:ext cx="1665835" cy="250450"/>
            </a:xfrm>
            <a:custGeom>
              <a:avLst/>
              <a:gdLst/>
              <a:ahLst/>
              <a:cxnLst/>
              <a:rect l="l" t="t" r="r" b="b"/>
              <a:pathLst>
                <a:path w="1665835" h="250450" extrusionOk="0">
                  <a:moveTo>
                    <a:pt x="0" y="0"/>
                  </a:moveTo>
                  <a:lnTo>
                    <a:pt x="1665835" y="0"/>
                  </a:lnTo>
                  <a:lnTo>
                    <a:pt x="1665835" y="250450"/>
                  </a:lnTo>
                  <a:lnTo>
                    <a:pt x="0" y="25045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65" name="Google Shape;323;p12">
              <a:extLst>
                <a:ext uri="{FF2B5EF4-FFF2-40B4-BE49-F238E27FC236}">
                  <a16:creationId xmlns:a16="http://schemas.microsoft.com/office/drawing/2014/main" id="{01E104DE-8970-D47C-DE56-989B2DC0A6AE}"/>
                </a:ext>
              </a:extLst>
            </p:cNvPr>
            <p:cNvSpPr txBox="1"/>
            <p:nvPr/>
          </p:nvSpPr>
          <p:spPr>
            <a:xfrm>
              <a:off x="0" y="-47625"/>
              <a:ext cx="1665835" cy="29807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9" name="Google Shape;327;p12">
            <a:extLst>
              <a:ext uri="{FF2B5EF4-FFF2-40B4-BE49-F238E27FC236}">
                <a16:creationId xmlns:a16="http://schemas.microsoft.com/office/drawing/2014/main" id="{88C339B2-0273-FD4D-BA39-2E8B98892CBF}"/>
              </a:ext>
            </a:extLst>
          </p:cNvPr>
          <p:cNvGrpSpPr/>
          <p:nvPr userDrawn="1"/>
        </p:nvGrpSpPr>
        <p:grpSpPr>
          <a:xfrm>
            <a:off x="1230622" y="6284505"/>
            <a:ext cx="960888" cy="1131753"/>
            <a:chOff x="0" y="-47625"/>
            <a:chExt cx="1665835" cy="298075"/>
          </a:xfrm>
        </p:grpSpPr>
        <p:sp>
          <p:nvSpPr>
            <p:cNvPr id="70" name="Google Shape;328;p12">
              <a:extLst>
                <a:ext uri="{FF2B5EF4-FFF2-40B4-BE49-F238E27FC236}">
                  <a16:creationId xmlns:a16="http://schemas.microsoft.com/office/drawing/2014/main" id="{2105A088-FED9-DD48-640E-4C473F117EC0}"/>
                </a:ext>
              </a:extLst>
            </p:cNvPr>
            <p:cNvSpPr/>
            <p:nvPr/>
          </p:nvSpPr>
          <p:spPr>
            <a:xfrm>
              <a:off x="0" y="0"/>
              <a:ext cx="1665835" cy="250450"/>
            </a:xfrm>
            <a:custGeom>
              <a:avLst/>
              <a:gdLst/>
              <a:ahLst/>
              <a:cxnLst/>
              <a:rect l="l" t="t" r="r" b="b"/>
              <a:pathLst>
                <a:path w="1665835" h="250450" extrusionOk="0">
                  <a:moveTo>
                    <a:pt x="0" y="0"/>
                  </a:moveTo>
                  <a:lnTo>
                    <a:pt x="1665835" y="0"/>
                  </a:lnTo>
                  <a:lnTo>
                    <a:pt x="1665835" y="250450"/>
                  </a:lnTo>
                  <a:lnTo>
                    <a:pt x="0" y="25045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71" name="Google Shape;329;p12">
              <a:extLst>
                <a:ext uri="{FF2B5EF4-FFF2-40B4-BE49-F238E27FC236}">
                  <a16:creationId xmlns:a16="http://schemas.microsoft.com/office/drawing/2014/main" id="{AEDDF5D8-D737-A485-8BFF-644E4865C4EC}"/>
                </a:ext>
              </a:extLst>
            </p:cNvPr>
            <p:cNvSpPr txBox="1"/>
            <p:nvPr/>
          </p:nvSpPr>
          <p:spPr>
            <a:xfrm>
              <a:off x="0" y="-47625"/>
              <a:ext cx="1665835" cy="29807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2" name="Google Shape;330;p12">
            <a:extLst>
              <a:ext uri="{FF2B5EF4-FFF2-40B4-BE49-F238E27FC236}">
                <a16:creationId xmlns:a16="http://schemas.microsoft.com/office/drawing/2014/main" id="{E5158A20-65CE-AD4D-438D-A746B07A3046}"/>
              </a:ext>
            </a:extLst>
          </p:cNvPr>
          <p:cNvSpPr txBox="1"/>
          <p:nvPr userDrawn="1"/>
        </p:nvSpPr>
        <p:spPr>
          <a:xfrm>
            <a:off x="9610241" y="3311363"/>
            <a:ext cx="643814" cy="10525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700" i="0" u="none" strike="noStrike" cap="none" dirty="0">
                <a:solidFill>
                  <a:srgbClr val="EEFFEF"/>
                </a:solidFill>
                <a:latin typeface="Impact"/>
                <a:ea typeface="Impact"/>
                <a:cs typeface="Impact"/>
                <a:sym typeface="Impact"/>
              </a:rPr>
              <a:t>2</a:t>
            </a:r>
            <a:endParaRPr sz="5700" dirty="0">
              <a:latin typeface="Impact"/>
              <a:ea typeface="Impact"/>
              <a:cs typeface="Impact"/>
              <a:sym typeface="Impact"/>
            </a:endParaRPr>
          </a:p>
        </p:txBody>
      </p:sp>
      <p:sp>
        <p:nvSpPr>
          <p:cNvPr id="74" name="Google Shape;332;p12">
            <a:extLst>
              <a:ext uri="{FF2B5EF4-FFF2-40B4-BE49-F238E27FC236}">
                <a16:creationId xmlns:a16="http://schemas.microsoft.com/office/drawing/2014/main" id="{7637011E-0972-86E8-EA69-80FA04DD97CD}"/>
              </a:ext>
            </a:extLst>
          </p:cNvPr>
          <p:cNvSpPr txBox="1"/>
          <p:nvPr userDrawn="1"/>
        </p:nvSpPr>
        <p:spPr>
          <a:xfrm>
            <a:off x="1550314" y="3336101"/>
            <a:ext cx="643813" cy="10525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700" dirty="0">
                <a:solidFill>
                  <a:srgbClr val="EEFFEF"/>
                </a:solidFill>
                <a:latin typeface="Impact"/>
                <a:ea typeface="Impact"/>
                <a:cs typeface="Impact"/>
                <a:sym typeface="Impact"/>
              </a:rPr>
              <a:t>1</a:t>
            </a:r>
            <a:endParaRPr sz="5700" dirty="0">
              <a:latin typeface="Impact"/>
              <a:ea typeface="Impact"/>
              <a:cs typeface="Impact"/>
              <a:sym typeface="Impact"/>
            </a:endParaRPr>
          </a:p>
        </p:txBody>
      </p:sp>
      <p:sp>
        <p:nvSpPr>
          <p:cNvPr id="76" name="Google Shape;334;p12">
            <a:extLst>
              <a:ext uri="{FF2B5EF4-FFF2-40B4-BE49-F238E27FC236}">
                <a16:creationId xmlns:a16="http://schemas.microsoft.com/office/drawing/2014/main" id="{ED476A00-98DB-5123-B7A1-792630809E8D}"/>
              </a:ext>
            </a:extLst>
          </p:cNvPr>
          <p:cNvSpPr txBox="1"/>
          <p:nvPr userDrawn="1"/>
        </p:nvSpPr>
        <p:spPr>
          <a:xfrm>
            <a:off x="1500877" y="6454596"/>
            <a:ext cx="456737" cy="10525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700" i="0" u="none" strike="noStrike" cap="none" dirty="0">
                <a:solidFill>
                  <a:srgbClr val="EEFFEF"/>
                </a:solidFill>
                <a:latin typeface="Impact"/>
                <a:ea typeface="Impact"/>
                <a:cs typeface="Impact"/>
                <a:sym typeface="Impact"/>
              </a:rPr>
              <a:t>3</a:t>
            </a:r>
            <a:endParaRPr sz="3200" b="0" i="0" u="none" strike="noStrike" cap="none" dirty="0">
              <a:solidFill>
                <a:srgbClr val="EEFFEF"/>
              </a:solidFill>
              <a:latin typeface="Arial"/>
              <a:ea typeface="Arial"/>
              <a:cs typeface="Arial"/>
              <a:sym typeface="Arial"/>
            </a:endParaRPr>
          </a:p>
        </p:txBody>
      </p:sp>
      <p:grpSp>
        <p:nvGrpSpPr>
          <p:cNvPr id="81" name="Google Shape;339;p12">
            <a:extLst>
              <a:ext uri="{FF2B5EF4-FFF2-40B4-BE49-F238E27FC236}">
                <a16:creationId xmlns:a16="http://schemas.microsoft.com/office/drawing/2014/main" id="{D6F917DE-3FBE-7078-AA4E-5E13B54C2A05}"/>
              </a:ext>
            </a:extLst>
          </p:cNvPr>
          <p:cNvGrpSpPr/>
          <p:nvPr userDrawn="1"/>
        </p:nvGrpSpPr>
        <p:grpSpPr>
          <a:xfrm>
            <a:off x="16695208" y="3569724"/>
            <a:ext cx="564092" cy="564092"/>
            <a:chOff x="0" y="0"/>
            <a:chExt cx="812800" cy="812800"/>
          </a:xfrm>
        </p:grpSpPr>
        <p:sp>
          <p:nvSpPr>
            <p:cNvPr id="82" name="Google Shape;340;p12">
              <a:extLst>
                <a:ext uri="{FF2B5EF4-FFF2-40B4-BE49-F238E27FC236}">
                  <a16:creationId xmlns:a16="http://schemas.microsoft.com/office/drawing/2014/main" id="{A75AE7B1-1DC3-D942-935C-0D968C0322C2}"/>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83" name="Google Shape;341;p12">
              <a:extLst>
                <a:ext uri="{FF2B5EF4-FFF2-40B4-BE49-F238E27FC236}">
                  <a16:creationId xmlns:a16="http://schemas.microsoft.com/office/drawing/2014/main" id="{16DFF07D-FEBD-B199-DF37-81A0B2C46456}"/>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4" name="Google Shape;342;p12">
            <a:extLst>
              <a:ext uri="{FF2B5EF4-FFF2-40B4-BE49-F238E27FC236}">
                <a16:creationId xmlns:a16="http://schemas.microsoft.com/office/drawing/2014/main" id="{50333B05-7A33-4CD4-37B9-D1EFFF1C972D}"/>
              </a:ext>
            </a:extLst>
          </p:cNvPr>
          <p:cNvGrpSpPr/>
          <p:nvPr userDrawn="1"/>
        </p:nvGrpSpPr>
        <p:grpSpPr>
          <a:xfrm>
            <a:off x="6746668" y="5217878"/>
            <a:ext cx="564092" cy="564092"/>
            <a:chOff x="0" y="0"/>
            <a:chExt cx="812800" cy="812800"/>
          </a:xfrm>
        </p:grpSpPr>
        <p:sp>
          <p:nvSpPr>
            <p:cNvPr id="85" name="Google Shape;343;p12">
              <a:extLst>
                <a:ext uri="{FF2B5EF4-FFF2-40B4-BE49-F238E27FC236}">
                  <a16:creationId xmlns:a16="http://schemas.microsoft.com/office/drawing/2014/main" id="{E93D97D4-0467-98DF-BC27-F2905E288B5A}"/>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86" name="Google Shape;344;p12">
              <a:extLst>
                <a:ext uri="{FF2B5EF4-FFF2-40B4-BE49-F238E27FC236}">
                  <a16:creationId xmlns:a16="http://schemas.microsoft.com/office/drawing/2014/main" id="{BA261FCE-D8F4-6A4D-C1AE-92AB687ABAD3}"/>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0" name="Google Shape;36;p3">
            <a:extLst>
              <a:ext uri="{FF2B5EF4-FFF2-40B4-BE49-F238E27FC236}">
                <a16:creationId xmlns:a16="http://schemas.microsoft.com/office/drawing/2014/main" id="{BC1D4EDD-6BB6-5A12-FC2E-3B2B832E4376}"/>
              </a:ext>
            </a:extLst>
          </p:cNvPr>
          <p:cNvSpPr txBox="1">
            <a:spLocks noGrp="1"/>
          </p:cNvSpPr>
          <p:nvPr>
            <p:ph type="ctrTitle" hasCustomPrompt="1"/>
          </p:nvPr>
        </p:nvSpPr>
        <p:spPr>
          <a:xfrm>
            <a:off x="1230622" y="1538749"/>
            <a:ext cx="14868300" cy="13714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plan, 150, str</a:t>
            </a:r>
            <a:endParaRPr dirty="0"/>
          </a:p>
        </p:txBody>
      </p:sp>
      <p:sp>
        <p:nvSpPr>
          <p:cNvPr id="92" name="Text Placeholder 91">
            <a:extLst>
              <a:ext uri="{FF2B5EF4-FFF2-40B4-BE49-F238E27FC236}">
                <a16:creationId xmlns:a16="http://schemas.microsoft.com/office/drawing/2014/main" id="{4BE04B5A-0D29-3E7F-67A5-E5FFAC2B817E}"/>
              </a:ext>
            </a:extLst>
          </p:cNvPr>
          <p:cNvSpPr>
            <a:spLocks noGrp="1"/>
          </p:cNvSpPr>
          <p:nvPr>
            <p:ph type="body" sz="quarter" idx="10" hasCustomPrompt="1"/>
          </p:nvPr>
        </p:nvSpPr>
        <p:spPr>
          <a:xfrm>
            <a:off x="1230313" y="4629150"/>
            <a:ext cx="7516812" cy="950913"/>
          </a:xfrm>
        </p:spPr>
        <p:txBody>
          <a:bodyPr>
            <a:normAutofit/>
          </a:bodyPr>
          <a:lstStyle>
            <a:lvl1pPr marL="76200" indent="0">
              <a:buNone/>
              <a:defRPr lang="en-US" sz="2400" b="0" i="0" u="none" strike="noStrike" cap="none" dirty="0">
                <a:solidFill>
                  <a:srgbClr val="000000"/>
                </a:solidFill>
                <a:latin typeface="Proxima Nova"/>
                <a:ea typeface="Proxima Nova"/>
                <a:cs typeface="Proxima Nova"/>
                <a:sym typeface="Arial"/>
              </a:defRPr>
            </a:lvl1pPr>
          </a:lstStyle>
          <a:p>
            <a:pPr lvl="0"/>
            <a:r>
              <a:rPr lang="en-US" dirty="0"/>
              <a:t>Plan1, 150, str</a:t>
            </a:r>
          </a:p>
        </p:txBody>
      </p:sp>
      <p:sp>
        <p:nvSpPr>
          <p:cNvPr id="93" name="Text Placeholder 91">
            <a:extLst>
              <a:ext uri="{FF2B5EF4-FFF2-40B4-BE49-F238E27FC236}">
                <a16:creationId xmlns:a16="http://schemas.microsoft.com/office/drawing/2014/main" id="{5F5DE172-2050-A9EF-C28C-25FDA81E28A6}"/>
              </a:ext>
            </a:extLst>
          </p:cNvPr>
          <p:cNvSpPr>
            <a:spLocks noGrp="1"/>
          </p:cNvSpPr>
          <p:nvPr>
            <p:ph type="body" sz="quarter" idx="11" hasCustomPrompt="1"/>
          </p:nvPr>
        </p:nvSpPr>
        <p:spPr>
          <a:xfrm>
            <a:off x="9378146" y="4629150"/>
            <a:ext cx="7516812" cy="950913"/>
          </a:xfrm>
        </p:spPr>
        <p:txBody>
          <a:bodyPr>
            <a:normAutofit/>
          </a:bodyPr>
          <a:lstStyle>
            <a:lvl1pPr marL="76200" indent="0">
              <a:buNone/>
              <a:defRPr lang="en-US" sz="2400" b="0" i="0" u="none" strike="noStrike" cap="none" dirty="0">
                <a:solidFill>
                  <a:srgbClr val="000000"/>
                </a:solidFill>
                <a:latin typeface="Proxima Nova"/>
                <a:ea typeface="Proxima Nova"/>
                <a:cs typeface="Proxima Nova"/>
                <a:sym typeface="Arial"/>
              </a:defRPr>
            </a:lvl1pPr>
          </a:lstStyle>
          <a:p>
            <a:pPr lvl="0"/>
            <a:r>
              <a:rPr lang="en-US" dirty="0"/>
              <a:t>Plan2, 150, str</a:t>
            </a:r>
          </a:p>
        </p:txBody>
      </p:sp>
      <p:sp>
        <p:nvSpPr>
          <p:cNvPr id="94" name="Text Placeholder 91">
            <a:extLst>
              <a:ext uri="{FF2B5EF4-FFF2-40B4-BE49-F238E27FC236}">
                <a16:creationId xmlns:a16="http://schemas.microsoft.com/office/drawing/2014/main" id="{66FA9822-11C8-269D-84EC-F3249A6BBCB3}"/>
              </a:ext>
            </a:extLst>
          </p:cNvPr>
          <p:cNvSpPr>
            <a:spLocks noGrp="1"/>
          </p:cNvSpPr>
          <p:nvPr>
            <p:ph type="body" sz="quarter" idx="12" hasCustomPrompt="1"/>
          </p:nvPr>
        </p:nvSpPr>
        <p:spPr>
          <a:xfrm>
            <a:off x="1214122" y="7668123"/>
            <a:ext cx="7516812" cy="950913"/>
          </a:xfrm>
        </p:spPr>
        <p:txBody>
          <a:bodyPr>
            <a:normAutofit/>
          </a:bodyPr>
          <a:lstStyle>
            <a:lvl1pPr marL="76200" indent="0">
              <a:buNone/>
              <a:defRPr lang="en-US" sz="2400" b="0" i="0" u="none" strike="noStrike" cap="none" dirty="0">
                <a:solidFill>
                  <a:srgbClr val="000000"/>
                </a:solidFill>
                <a:latin typeface="Proxima Nova"/>
                <a:ea typeface="Proxima Nova"/>
                <a:cs typeface="Proxima Nova"/>
                <a:sym typeface="Arial"/>
              </a:defRPr>
            </a:lvl1pPr>
          </a:lstStyle>
          <a:p>
            <a:pPr lvl="0"/>
            <a:r>
              <a:rPr lang="en-US" dirty="0"/>
              <a:t>Plan3, 150, str</a:t>
            </a:r>
          </a:p>
        </p:txBody>
      </p:sp>
    </p:spTree>
    <p:extLst>
      <p:ext uri="{BB962C8B-B14F-4D97-AF65-F5344CB8AC3E}">
        <p14:creationId xmlns:p14="http://schemas.microsoft.com/office/powerpoint/2010/main" val="2855628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4"/>
        <p:cNvGrpSpPr/>
        <p:nvPr/>
      </p:nvGrpSpPr>
      <p:grpSpPr>
        <a:xfrm>
          <a:off x="0" y="0"/>
          <a:ext cx="0" cy="0"/>
          <a:chOff x="0" y="0"/>
          <a:chExt cx="0" cy="0"/>
        </a:xfrm>
      </p:grpSpPr>
      <p:pic>
        <p:nvPicPr>
          <p:cNvPr id="2" name="Google Shape;349;p13">
            <a:extLst>
              <a:ext uri="{FF2B5EF4-FFF2-40B4-BE49-F238E27FC236}">
                <a16:creationId xmlns:a16="http://schemas.microsoft.com/office/drawing/2014/main" id="{BBAB1E7D-CD71-9923-471E-E4EB46D70FA0}"/>
              </a:ext>
            </a:extLst>
          </p:cNvPr>
          <p:cNvPicPr preferRelativeResize="0"/>
          <p:nvPr userDrawn="1"/>
        </p:nvPicPr>
        <p:blipFill>
          <a:blip r:embed="rId2">
            <a:alphaModFix/>
          </a:blip>
          <a:stretch>
            <a:fillRect/>
          </a:stretch>
        </p:blipFill>
        <p:spPr>
          <a:xfrm>
            <a:off x="-8109975" y="-2094500"/>
            <a:ext cx="16534999" cy="16341224"/>
          </a:xfrm>
          <a:prstGeom prst="rect">
            <a:avLst/>
          </a:prstGeom>
          <a:noFill/>
          <a:ln>
            <a:noFill/>
          </a:ln>
        </p:spPr>
      </p:pic>
      <p:pic>
        <p:nvPicPr>
          <p:cNvPr id="3" name="Google Shape;350;p13">
            <a:extLst>
              <a:ext uri="{FF2B5EF4-FFF2-40B4-BE49-F238E27FC236}">
                <a16:creationId xmlns:a16="http://schemas.microsoft.com/office/drawing/2014/main" id="{2AC19CB3-EBC7-26AE-1CFC-0A333EC7E451}"/>
              </a:ext>
            </a:extLst>
          </p:cNvPr>
          <p:cNvPicPr preferRelativeResize="0"/>
          <p:nvPr userDrawn="1"/>
        </p:nvPicPr>
        <p:blipFill>
          <a:blip r:embed="rId3">
            <a:alphaModFix/>
          </a:blip>
          <a:stretch>
            <a:fillRect/>
          </a:stretch>
        </p:blipFill>
        <p:spPr>
          <a:xfrm>
            <a:off x="6555300" y="-3377737"/>
            <a:ext cx="18560748" cy="18343249"/>
          </a:xfrm>
          <a:prstGeom prst="rect">
            <a:avLst/>
          </a:prstGeom>
          <a:noFill/>
          <a:ln>
            <a:noFill/>
          </a:ln>
        </p:spPr>
      </p:pic>
      <p:grpSp>
        <p:nvGrpSpPr>
          <p:cNvPr id="47" name="Google Shape;47;p4"/>
          <p:cNvGrpSpPr/>
          <p:nvPr/>
        </p:nvGrpSpPr>
        <p:grpSpPr>
          <a:xfrm>
            <a:off x="599292" y="321471"/>
            <a:ext cx="17089425" cy="9463331"/>
            <a:chOff x="0" y="-241102"/>
            <a:chExt cx="22785900" cy="12617775"/>
          </a:xfrm>
        </p:grpSpPr>
        <p:grpSp>
          <p:nvGrpSpPr>
            <p:cNvPr id="48" name="Google Shape;48;p4"/>
            <p:cNvGrpSpPr/>
            <p:nvPr/>
          </p:nvGrpSpPr>
          <p:grpSpPr>
            <a:xfrm>
              <a:off x="0" y="-241102"/>
              <a:ext cx="22785887" cy="12617775"/>
              <a:chOff x="0" y="-47625"/>
              <a:chExt cx="4500916" cy="2492400"/>
            </a:xfrm>
          </p:grpSpPr>
          <p:sp>
            <p:nvSpPr>
              <p:cNvPr id="49" name="Google Shape;49;p4"/>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sp>
          <p:sp>
            <p:nvSpPr>
              <p:cNvPr id="50" name="Google Shape;50;p4"/>
              <p:cNvSpPr txBox="1"/>
              <p:nvPr/>
            </p:nvSpPr>
            <p:spPr>
              <a:xfrm>
                <a:off x="0" y="-47625"/>
                <a:ext cx="4500900" cy="2492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1" name="Google Shape;51;p4"/>
            <p:cNvCxnSpPr/>
            <p:nvPr/>
          </p:nvCxnSpPr>
          <p:spPr>
            <a:xfrm>
              <a:off x="7352182"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52" name="Google Shape;52;p4"/>
            <p:cNvCxnSpPr/>
            <p:nvPr/>
          </p:nvCxnSpPr>
          <p:spPr>
            <a:xfrm>
              <a:off x="15433707"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53" name="Google Shape;53;p4"/>
            <p:cNvCxnSpPr/>
            <p:nvPr/>
          </p:nvCxnSpPr>
          <p:spPr>
            <a:xfrm>
              <a:off x="0" y="813022"/>
              <a:ext cx="22785900" cy="0"/>
            </a:xfrm>
            <a:prstGeom prst="straightConnector1">
              <a:avLst/>
            </a:prstGeom>
            <a:noFill/>
            <a:ln w="38100" cap="flat" cmpd="sng">
              <a:solidFill>
                <a:srgbClr val="000000"/>
              </a:solidFill>
              <a:prstDash val="solid"/>
              <a:round/>
              <a:headEnd type="none" w="sm" len="sm"/>
              <a:tailEnd type="none" w="sm" len="sm"/>
            </a:ln>
          </p:spPr>
        </p:cxnSp>
        <p:grpSp>
          <p:nvGrpSpPr>
            <p:cNvPr id="54" name="Google Shape;54;p4"/>
            <p:cNvGrpSpPr/>
            <p:nvPr/>
          </p:nvGrpSpPr>
          <p:grpSpPr>
            <a:xfrm rot="-5400000">
              <a:off x="21891605" y="145102"/>
              <a:ext cx="478739" cy="506790"/>
              <a:chOff x="0" y="-47625"/>
              <a:chExt cx="812800" cy="860425"/>
            </a:xfrm>
          </p:grpSpPr>
          <p:sp>
            <p:nvSpPr>
              <p:cNvPr id="55" name="Google Shape;55;p4"/>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56" name="Google Shape;56;p4"/>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7" name="Google Shape;57;p4"/>
            <p:cNvGrpSpPr/>
            <p:nvPr/>
          </p:nvGrpSpPr>
          <p:grpSpPr>
            <a:xfrm rot="5400000">
              <a:off x="19512172" y="141499"/>
              <a:ext cx="478739" cy="506790"/>
              <a:chOff x="0" y="-47625"/>
              <a:chExt cx="812800" cy="860425"/>
            </a:xfrm>
          </p:grpSpPr>
          <p:sp>
            <p:nvSpPr>
              <p:cNvPr id="58" name="Google Shape;58;p4"/>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59" name="Google Shape;59;p4"/>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2" name="Google Shape;62;p4"/>
            <p:cNvGrpSpPr/>
            <p:nvPr/>
          </p:nvGrpSpPr>
          <p:grpSpPr>
            <a:xfrm>
              <a:off x="132942" y="103353"/>
              <a:ext cx="585460" cy="585460"/>
              <a:chOff x="0" y="0"/>
              <a:chExt cx="812800" cy="812800"/>
            </a:xfrm>
          </p:grpSpPr>
          <p:sp>
            <p:nvSpPr>
              <p:cNvPr id="63" name="Google Shape;63;p4"/>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sp>
          <p:sp>
            <p:nvSpPr>
              <p:cNvPr id="64" name="Google Shape;64;p4"/>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5" name="Google Shape;65;p4"/>
            <p:cNvGrpSpPr/>
            <p:nvPr/>
          </p:nvGrpSpPr>
          <p:grpSpPr>
            <a:xfrm>
              <a:off x="819773" y="103353"/>
              <a:ext cx="585460" cy="585460"/>
              <a:chOff x="0" y="0"/>
              <a:chExt cx="812800" cy="812800"/>
            </a:xfrm>
          </p:grpSpPr>
          <p:sp>
            <p:nvSpPr>
              <p:cNvPr id="66" name="Google Shape;66;p4"/>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sp>
          <p:sp>
            <p:nvSpPr>
              <p:cNvPr id="67" name="Google Shape;67;p4"/>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8" name="Google Shape;68;p4"/>
            <p:cNvGrpSpPr/>
            <p:nvPr/>
          </p:nvGrpSpPr>
          <p:grpSpPr>
            <a:xfrm>
              <a:off x="1506605" y="103353"/>
              <a:ext cx="585460" cy="585460"/>
              <a:chOff x="0" y="0"/>
              <a:chExt cx="812800" cy="812800"/>
            </a:xfrm>
          </p:grpSpPr>
          <p:sp>
            <p:nvSpPr>
              <p:cNvPr id="69" name="Google Shape;69;p4"/>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sp>
          <p:sp>
            <p:nvSpPr>
              <p:cNvPr id="70" name="Google Shape;70;p4"/>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71" name="Google Shape;71;p4"/>
          <p:cNvSpPr txBox="1">
            <a:spLocks noGrp="1"/>
          </p:cNvSpPr>
          <p:nvPr>
            <p:ph type="title" hasCustomPrompt="1"/>
          </p:nvPr>
        </p:nvSpPr>
        <p:spPr>
          <a:xfrm>
            <a:off x="1550250" y="1536646"/>
            <a:ext cx="11915606" cy="21993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120, str</a:t>
            </a:r>
            <a:endParaRPr dirty="0"/>
          </a:p>
        </p:txBody>
      </p:sp>
      <p:sp>
        <p:nvSpPr>
          <p:cNvPr id="72" name="Google Shape;72;p4"/>
          <p:cNvSpPr txBox="1">
            <a:spLocks noGrp="1"/>
          </p:cNvSpPr>
          <p:nvPr>
            <p:ph type="body" idx="1" hasCustomPrompt="1"/>
          </p:nvPr>
        </p:nvSpPr>
        <p:spPr>
          <a:xfrm>
            <a:off x="1550250" y="4497286"/>
            <a:ext cx="7972573" cy="4526100"/>
          </a:xfrm>
          <a:prstGeom prst="rect">
            <a:avLst/>
          </a:prstGeom>
          <a:noFill/>
          <a:ln>
            <a:noFill/>
          </a:ln>
        </p:spPr>
        <p:txBody>
          <a:bodyPr spcFirstLastPara="1" wrap="square" lIns="91425" tIns="45700" rIns="91425" bIns="45700" anchor="t" anchorCtr="0">
            <a:normAutofit/>
          </a:bodyPr>
          <a:lstStyle>
            <a:lvl1pPr marL="114300" lvl="0" indent="0" algn="l">
              <a:spcBef>
                <a:spcPts val="360"/>
              </a:spcBef>
              <a:spcAft>
                <a:spcPts val="0"/>
              </a:spcAft>
              <a:buClr>
                <a:schemeClr val="dk1"/>
              </a:buClr>
              <a:buSzPts val="1800"/>
              <a:buNone/>
              <a:defRPr>
                <a:latin typeface="Proxima Nova" panose="020B0604020202020204" charset="0"/>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r>
              <a:rPr lang="en-US" dirty="0"/>
              <a:t>Content, 450, str</a:t>
            </a:r>
            <a:endParaRPr dirty="0"/>
          </a:p>
        </p:txBody>
      </p:sp>
      <p:pic>
        <p:nvPicPr>
          <p:cNvPr id="5" name="Google Shape;386;p13">
            <a:extLst>
              <a:ext uri="{FF2B5EF4-FFF2-40B4-BE49-F238E27FC236}">
                <a16:creationId xmlns:a16="http://schemas.microsoft.com/office/drawing/2014/main" id="{34702256-F18D-C983-0414-6D04F9F24E83}"/>
              </a:ext>
            </a:extLst>
          </p:cNvPr>
          <p:cNvPicPr preferRelativeResize="0"/>
          <p:nvPr userDrawn="1"/>
        </p:nvPicPr>
        <p:blipFill>
          <a:blip r:embed="rId4">
            <a:alphaModFix/>
          </a:blip>
          <a:stretch>
            <a:fillRect/>
          </a:stretch>
        </p:blipFill>
        <p:spPr>
          <a:xfrm>
            <a:off x="11216932" y="3916795"/>
            <a:ext cx="5367250" cy="525760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44"/>
        <p:cNvGrpSpPr/>
        <p:nvPr/>
      </p:nvGrpSpPr>
      <p:grpSpPr>
        <a:xfrm>
          <a:off x="0" y="0"/>
          <a:ext cx="0" cy="0"/>
          <a:chOff x="0" y="0"/>
          <a:chExt cx="0" cy="0"/>
        </a:xfrm>
      </p:grpSpPr>
      <p:pic>
        <p:nvPicPr>
          <p:cNvPr id="2" name="Google Shape;349;p13">
            <a:extLst>
              <a:ext uri="{FF2B5EF4-FFF2-40B4-BE49-F238E27FC236}">
                <a16:creationId xmlns:a16="http://schemas.microsoft.com/office/drawing/2014/main" id="{BBAB1E7D-CD71-9923-471E-E4EB46D70FA0}"/>
              </a:ext>
            </a:extLst>
          </p:cNvPr>
          <p:cNvPicPr preferRelativeResize="0"/>
          <p:nvPr userDrawn="1"/>
        </p:nvPicPr>
        <p:blipFill>
          <a:blip r:embed="rId2">
            <a:alphaModFix/>
          </a:blip>
          <a:stretch>
            <a:fillRect/>
          </a:stretch>
        </p:blipFill>
        <p:spPr>
          <a:xfrm>
            <a:off x="-8109975" y="-2094500"/>
            <a:ext cx="16534999" cy="16341224"/>
          </a:xfrm>
          <a:prstGeom prst="rect">
            <a:avLst/>
          </a:prstGeom>
          <a:noFill/>
          <a:ln>
            <a:noFill/>
          </a:ln>
        </p:spPr>
      </p:pic>
      <p:pic>
        <p:nvPicPr>
          <p:cNvPr id="3" name="Google Shape;350;p13">
            <a:extLst>
              <a:ext uri="{FF2B5EF4-FFF2-40B4-BE49-F238E27FC236}">
                <a16:creationId xmlns:a16="http://schemas.microsoft.com/office/drawing/2014/main" id="{2AC19CB3-EBC7-26AE-1CFC-0A333EC7E451}"/>
              </a:ext>
            </a:extLst>
          </p:cNvPr>
          <p:cNvPicPr preferRelativeResize="0"/>
          <p:nvPr userDrawn="1"/>
        </p:nvPicPr>
        <p:blipFill>
          <a:blip r:embed="rId3">
            <a:alphaModFix/>
          </a:blip>
          <a:stretch>
            <a:fillRect/>
          </a:stretch>
        </p:blipFill>
        <p:spPr>
          <a:xfrm>
            <a:off x="6555300" y="-3377737"/>
            <a:ext cx="18560748" cy="18343249"/>
          </a:xfrm>
          <a:prstGeom prst="rect">
            <a:avLst/>
          </a:prstGeom>
          <a:noFill/>
          <a:ln>
            <a:noFill/>
          </a:ln>
        </p:spPr>
      </p:pic>
      <p:grpSp>
        <p:nvGrpSpPr>
          <p:cNvPr id="47" name="Google Shape;47;p4"/>
          <p:cNvGrpSpPr/>
          <p:nvPr/>
        </p:nvGrpSpPr>
        <p:grpSpPr>
          <a:xfrm>
            <a:off x="599292" y="321471"/>
            <a:ext cx="17089425" cy="9463331"/>
            <a:chOff x="0" y="-241102"/>
            <a:chExt cx="22785900" cy="12617775"/>
          </a:xfrm>
        </p:grpSpPr>
        <p:grpSp>
          <p:nvGrpSpPr>
            <p:cNvPr id="48" name="Google Shape;48;p4"/>
            <p:cNvGrpSpPr/>
            <p:nvPr/>
          </p:nvGrpSpPr>
          <p:grpSpPr>
            <a:xfrm>
              <a:off x="0" y="-241102"/>
              <a:ext cx="22785887" cy="12617775"/>
              <a:chOff x="0" y="-47625"/>
              <a:chExt cx="4500916" cy="2492400"/>
            </a:xfrm>
          </p:grpSpPr>
          <p:sp>
            <p:nvSpPr>
              <p:cNvPr id="49" name="Google Shape;49;p4"/>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sp>
          <p:sp>
            <p:nvSpPr>
              <p:cNvPr id="50" name="Google Shape;50;p4"/>
              <p:cNvSpPr txBox="1"/>
              <p:nvPr/>
            </p:nvSpPr>
            <p:spPr>
              <a:xfrm>
                <a:off x="0" y="-47625"/>
                <a:ext cx="4500900" cy="2492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1" name="Google Shape;51;p4"/>
            <p:cNvCxnSpPr/>
            <p:nvPr/>
          </p:nvCxnSpPr>
          <p:spPr>
            <a:xfrm>
              <a:off x="7352182"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52" name="Google Shape;52;p4"/>
            <p:cNvCxnSpPr/>
            <p:nvPr/>
          </p:nvCxnSpPr>
          <p:spPr>
            <a:xfrm>
              <a:off x="15433707"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53" name="Google Shape;53;p4"/>
            <p:cNvCxnSpPr/>
            <p:nvPr/>
          </p:nvCxnSpPr>
          <p:spPr>
            <a:xfrm>
              <a:off x="0" y="813022"/>
              <a:ext cx="22785900" cy="0"/>
            </a:xfrm>
            <a:prstGeom prst="straightConnector1">
              <a:avLst/>
            </a:prstGeom>
            <a:noFill/>
            <a:ln w="38100" cap="flat" cmpd="sng">
              <a:solidFill>
                <a:srgbClr val="000000"/>
              </a:solidFill>
              <a:prstDash val="solid"/>
              <a:round/>
              <a:headEnd type="none" w="sm" len="sm"/>
              <a:tailEnd type="none" w="sm" len="sm"/>
            </a:ln>
          </p:spPr>
        </p:cxnSp>
        <p:grpSp>
          <p:nvGrpSpPr>
            <p:cNvPr id="54" name="Google Shape;54;p4"/>
            <p:cNvGrpSpPr/>
            <p:nvPr/>
          </p:nvGrpSpPr>
          <p:grpSpPr>
            <a:xfrm rot="-5400000">
              <a:off x="21891605" y="145102"/>
              <a:ext cx="478739" cy="506790"/>
              <a:chOff x="0" y="-47625"/>
              <a:chExt cx="812800" cy="860425"/>
            </a:xfrm>
          </p:grpSpPr>
          <p:sp>
            <p:nvSpPr>
              <p:cNvPr id="55" name="Google Shape;55;p4"/>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56" name="Google Shape;56;p4"/>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7" name="Google Shape;57;p4"/>
            <p:cNvGrpSpPr/>
            <p:nvPr/>
          </p:nvGrpSpPr>
          <p:grpSpPr>
            <a:xfrm rot="5400000">
              <a:off x="19512172" y="141499"/>
              <a:ext cx="478739" cy="506790"/>
              <a:chOff x="0" y="-47625"/>
              <a:chExt cx="812800" cy="860425"/>
            </a:xfrm>
          </p:grpSpPr>
          <p:sp>
            <p:nvSpPr>
              <p:cNvPr id="58" name="Google Shape;58;p4"/>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59" name="Google Shape;59;p4"/>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2" name="Google Shape;62;p4"/>
            <p:cNvGrpSpPr/>
            <p:nvPr/>
          </p:nvGrpSpPr>
          <p:grpSpPr>
            <a:xfrm>
              <a:off x="132942" y="103353"/>
              <a:ext cx="585460" cy="585460"/>
              <a:chOff x="0" y="0"/>
              <a:chExt cx="812800" cy="812800"/>
            </a:xfrm>
          </p:grpSpPr>
          <p:sp>
            <p:nvSpPr>
              <p:cNvPr id="63" name="Google Shape;63;p4"/>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sp>
          <p:sp>
            <p:nvSpPr>
              <p:cNvPr id="64" name="Google Shape;64;p4"/>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5" name="Google Shape;65;p4"/>
            <p:cNvGrpSpPr/>
            <p:nvPr/>
          </p:nvGrpSpPr>
          <p:grpSpPr>
            <a:xfrm>
              <a:off x="819773" y="103353"/>
              <a:ext cx="585460" cy="585460"/>
              <a:chOff x="0" y="0"/>
              <a:chExt cx="812800" cy="812800"/>
            </a:xfrm>
          </p:grpSpPr>
          <p:sp>
            <p:nvSpPr>
              <p:cNvPr id="66" name="Google Shape;66;p4"/>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sp>
          <p:sp>
            <p:nvSpPr>
              <p:cNvPr id="67" name="Google Shape;67;p4"/>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8" name="Google Shape;68;p4"/>
            <p:cNvGrpSpPr/>
            <p:nvPr/>
          </p:nvGrpSpPr>
          <p:grpSpPr>
            <a:xfrm>
              <a:off x="1506605" y="103353"/>
              <a:ext cx="585460" cy="585460"/>
              <a:chOff x="0" y="0"/>
              <a:chExt cx="812800" cy="812800"/>
            </a:xfrm>
          </p:grpSpPr>
          <p:sp>
            <p:nvSpPr>
              <p:cNvPr id="69" name="Google Shape;69;p4"/>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sp>
          <p:sp>
            <p:nvSpPr>
              <p:cNvPr id="70" name="Google Shape;70;p4"/>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71" name="Google Shape;71;p4"/>
          <p:cNvSpPr txBox="1">
            <a:spLocks noGrp="1"/>
          </p:cNvSpPr>
          <p:nvPr>
            <p:ph type="title" hasCustomPrompt="1"/>
          </p:nvPr>
        </p:nvSpPr>
        <p:spPr>
          <a:xfrm>
            <a:off x="1550250" y="1536646"/>
            <a:ext cx="11915606" cy="21993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120, str</a:t>
            </a:r>
            <a:endParaRPr dirty="0"/>
          </a:p>
        </p:txBody>
      </p:sp>
      <p:sp>
        <p:nvSpPr>
          <p:cNvPr id="72" name="Google Shape;72;p4"/>
          <p:cNvSpPr txBox="1">
            <a:spLocks noGrp="1"/>
          </p:cNvSpPr>
          <p:nvPr>
            <p:ph type="body" idx="1" hasCustomPrompt="1"/>
          </p:nvPr>
        </p:nvSpPr>
        <p:spPr>
          <a:xfrm>
            <a:off x="1550250" y="4497286"/>
            <a:ext cx="7972573" cy="4526100"/>
          </a:xfrm>
          <a:prstGeom prst="rect">
            <a:avLst/>
          </a:prstGeom>
          <a:noFill/>
          <a:ln>
            <a:noFill/>
          </a:ln>
        </p:spPr>
        <p:txBody>
          <a:bodyPr spcFirstLastPara="1" wrap="square" lIns="91425" tIns="45700" rIns="91425" bIns="45700" anchor="t" anchorCtr="0">
            <a:normAutofit/>
          </a:bodyPr>
          <a:lstStyle>
            <a:lvl1pPr marL="114300" lvl="0" indent="0" algn="l">
              <a:spcBef>
                <a:spcPts val="360"/>
              </a:spcBef>
              <a:spcAft>
                <a:spcPts val="0"/>
              </a:spcAft>
              <a:buClr>
                <a:schemeClr val="dk1"/>
              </a:buClr>
              <a:buSzPts val="1800"/>
              <a:buNone/>
              <a:defRPr>
                <a:latin typeface="Proxima Nova" panose="020B0604020202020204" charset="0"/>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r>
              <a:rPr lang="en-US" dirty="0"/>
              <a:t>Content, 450, str</a:t>
            </a:r>
            <a:endParaRPr dirty="0"/>
          </a:p>
        </p:txBody>
      </p:sp>
      <p:sp>
        <p:nvSpPr>
          <p:cNvPr id="6" name="Picture Placeholder 5">
            <a:extLst>
              <a:ext uri="{FF2B5EF4-FFF2-40B4-BE49-F238E27FC236}">
                <a16:creationId xmlns:a16="http://schemas.microsoft.com/office/drawing/2014/main" id="{8F4E5953-65F4-EFE3-6D7B-74A4F7CDE2AC}"/>
              </a:ext>
            </a:extLst>
          </p:cNvPr>
          <p:cNvSpPr>
            <a:spLocks noGrp="1"/>
          </p:cNvSpPr>
          <p:nvPr>
            <p:ph type="pic" sz="quarter" idx="10" hasCustomPrompt="1"/>
          </p:nvPr>
        </p:nvSpPr>
        <p:spPr>
          <a:xfrm>
            <a:off x="10836340" y="4160550"/>
            <a:ext cx="5538788" cy="4914900"/>
          </a:xfrm>
          <a:prstGeom prst="roundRect">
            <a:avLst>
              <a:gd name="adj" fmla="val 6036"/>
            </a:avLst>
          </a:prstGeom>
        </p:spPr>
        <p:txBody>
          <a:bodyPr/>
          <a:lstStyle>
            <a:lvl1pPr>
              <a:defRPr/>
            </a:lvl1pPr>
          </a:lstStyle>
          <a:p>
            <a:r>
              <a:rPr lang="en-US" dirty="0"/>
              <a:t>Image, 0, </a:t>
            </a:r>
            <a:r>
              <a:rPr lang="en-US" dirty="0" err="1"/>
              <a:t>img</a:t>
            </a:r>
            <a:endParaRPr lang="en-US" dirty="0"/>
          </a:p>
        </p:txBody>
      </p:sp>
    </p:spTree>
    <p:extLst>
      <p:ext uri="{BB962C8B-B14F-4D97-AF65-F5344CB8AC3E}">
        <p14:creationId xmlns:p14="http://schemas.microsoft.com/office/powerpoint/2010/main" val="2907484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44"/>
        <p:cNvGrpSpPr/>
        <p:nvPr/>
      </p:nvGrpSpPr>
      <p:grpSpPr>
        <a:xfrm>
          <a:off x="0" y="0"/>
          <a:ext cx="0" cy="0"/>
          <a:chOff x="0" y="0"/>
          <a:chExt cx="0" cy="0"/>
        </a:xfrm>
      </p:grpSpPr>
      <p:pic>
        <p:nvPicPr>
          <p:cNvPr id="2" name="Google Shape;429;p15">
            <a:extLst>
              <a:ext uri="{FF2B5EF4-FFF2-40B4-BE49-F238E27FC236}">
                <a16:creationId xmlns:a16="http://schemas.microsoft.com/office/drawing/2014/main" id="{342D2D87-30BE-2E53-BF1C-520DDCE23FD6}"/>
              </a:ext>
            </a:extLst>
          </p:cNvPr>
          <p:cNvPicPr preferRelativeResize="0"/>
          <p:nvPr userDrawn="1"/>
        </p:nvPicPr>
        <p:blipFill>
          <a:blip r:embed="rId2">
            <a:alphaModFix/>
          </a:blip>
          <a:stretch>
            <a:fillRect/>
          </a:stretch>
        </p:blipFill>
        <p:spPr>
          <a:xfrm>
            <a:off x="-7756025" y="-7836251"/>
            <a:ext cx="17182049" cy="16880041"/>
          </a:xfrm>
          <a:prstGeom prst="rect">
            <a:avLst/>
          </a:prstGeom>
          <a:noFill/>
          <a:ln>
            <a:noFill/>
          </a:ln>
        </p:spPr>
      </p:pic>
      <p:pic>
        <p:nvPicPr>
          <p:cNvPr id="3" name="Google Shape;430;p15">
            <a:extLst>
              <a:ext uri="{FF2B5EF4-FFF2-40B4-BE49-F238E27FC236}">
                <a16:creationId xmlns:a16="http://schemas.microsoft.com/office/drawing/2014/main" id="{4FB30BC3-0649-C982-11D1-F07E74367C70}"/>
              </a:ext>
            </a:extLst>
          </p:cNvPr>
          <p:cNvPicPr preferRelativeResize="0"/>
          <p:nvPr userDrawn="1"/>
        </p:nvPicPr>
        <p:blipFill>
          <a:blip r:embed="rId3">
            <a:alphaModFix/>
          </a:blip>
          <a:stretch>
            <a:fillRect/>
          </a:stretch>
        </p:blipFill>
        <p:spPr>
          <a:xfrm>
            <a:off x="5119174" y="321475"/>
            <a:ext cx="17515300" cy="17207424"/>
          </a:xfrm>
          <a:prstGeom prst="rect">
            <a:avLst/>
          </a:prstGeom>
          <a:noFill/>
          <a:ln>
            <a:noFill/>
          </a:ln>
        </p:spPr>
      </p:pic>
      <p:grpSp>
        <p:nvGrpSpPr>
          <p:cNvPr id="4" name="Google Shape;431;p15">
            <a:extLst>
              <a:ext uri="{FF2B5EF4-FFF2-40B4-BE49-F238E27FC236}">
                <a16:creationId xmlns:a16="http://schemas.microsoft.com/office/drawing/2014/main" id="{2AE69C9D-2E84-130E-6917-9D71583527C7}"/>
              </a:ext>
            </a:extLst>
          </p:cNvPr>
          <p:cNvGrpSpPr/>
          <p:nvPr userDrawn="1"/>
        </p:nvGrpSpPr>
        <p:grpSpPr>
          <a:xfrm>
            <a:off x="599292" y="321471"/>
            <a:ext cx="17089416" cy="9463232"/>
            <a:chOff x="0" y="-241102"/>
            <a:chExt cx="22785889" cy="12617644"/>
          </a:xfrm>
        </p:grpSpPr>
        <p:grpSp>
          <p:nvGrpSpPr>
            <p:cNvPr id="5" name="Google Shape;432;p15">
              <a:extLst>
                <a:ext uri="{FF2B5EF4-FFF2-40B4-BE49-F238E27FC236}">
                  <a16:creationId xmlns:a16="http://schemas.microsoft.com/office/drawing/2014/main" id="{4C9B5BA2-C40F-67B5-A427-1F9D269F20E6}"/>
                </a:ext>
              </a:extLst>
            </p:cNvPr>
            <p:cNvGrpSpPr/>
            <p:nvPr/>
          </p:nvGrpSpPr>
          <p:grpSpPr>
            <a:xfrm>
              <a:off x="0" y="-241102"/>
              <a:ext cx="22785889" cy="12617644"/>
              <a:chOff x="0" y="-47625"/>
              <a:chExt cx="4500916" cy="2492374"/>
            </a:xfrm>
          </p:grpSpPr>
          <p:sp>
            <p:nvSpPr>
              <p:cNvPr id="26" name="Google Shape;433;p15">
                <a:extLst>
                  <a:ext uri="{FF2B5EF4-FFF2-40B4-BE49-F238E27FC236}">
                    <a16:creationId xmlns:a16="http://schemas.microsoft.com/office/drawing/2014/main" id="{B1FAA87D-35A4-C07D-F018-9686E02CDA57}"/>
                  </a:ext>
                </a:extLst>
              </p:cNvPr>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txBody>
              <a:bodyPr/>
              <a:lstStyle/>
              <a:p>
                <a:endParaRPr lang="en-US"/>
              </a:p>
            </p:txBody>
          </p:sp>
          <p:sp>
            <p:nvSpPr>
              <p:cNvPr id="27" name="Google Shape;434;p15">
                <a:extLst>
                  <a:ext uri="{FF2B5EF4-FFF2-40B4-BE49-F238E27FC236}">
                    <a16:creationId xmlns:a16="http://schemas.microsoft.com/office/drawing/2014/main" id="{D618269C-6757-17E5-2E02-8636AEC92ED3}"/>
                  </a:ext>
                </a:extLst>
              </p:cNvPr>
              <p:cNvSpPr txBox="1"/>
              <p:nvPr/>
            </p:nvSpPr>
            <p:spPr>
              <a:xfrm>
                <a:off x="0" y="-47625"/>
                <a:ext cx="4500916" cy="2492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 name="Google Shape;435;p15">
              <a:extLst>
                <a:ext uri="{FF2B5EF4-FFF2-40B4-BE49-F238E27FC236}">
                  <a16:creationId xmlns:a16="http://schemas.microsoft.com/office/drawing/2014/main" id="{9973BAD0-0B47-4630-28D3-81AF4503F3A6}"/>
                </a:ext>
              </a:extLst>
            </p:cNvPr>
            <p:cNvCxnSpPr/>
            <p:nvPr/>
          </p:nvCxnSpPr>
          <p:spPr>
            <a:xfrm>
              <a:off x="7352182"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7" name="Google Shape;436;p15">
              <a:extLst>
                <a:ext uri="{FF2B5EF4-FFF2-40B4-BE49-F238E27FC236}">
                  <a16:creationId xmlns:a16="http://schemas.microsoft.com/office/drawing/2014/main" id="{34A9CE56-809E-5C73-5883-D94C46BE0F1E}"/>
                </a:ext>
              </a:extLst>
            </p:cNvPr>
            <p:cNvCxnSpPr/>
            <p:nvPr/>
          </p:nvCxnSpPr>
          <p:spPr>
            <a:xfrm>
              <a:off x="15433707"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8" name="Google Shape;437;p15">
              <a:extLst>
                <a:ext uri="{FF2B5EF4-FFF2-40B4-BE49-F238E27FC236}">
                  <a16:creationId xmlns:a16="http://schemas.microsoft.com/office/drawing/2014/main" id="{947ECB42-4953-2F49-2BC6-B7E16E185D05}"/>
                </a:ext>
              </a:extLst>
            </p:cNvPr>
            <p:cNvCxnSpPr/>
            <p:nvPr/>
          </p:nvCxnSpPr>
          <p:spPr>
            <a:xfrm>
              <a:off x="0" y="813022"/>
              <a:ext cx="22785889" cy="0"/>
            </a:xfrm>
            <a:prstGeom prst="straightConnector1">
              <a:avLst/>
            </a:prstGeom>
            <a:noFill/>
            <a:ln w="38100" cap="flat" cmpd="sng">
              <a:solidFill>
                <a:srgbClr val="000000"/>
              </a:solidFill>
              <a:prstDash val="solid"/>
              <a:round/>
              <a:headEnd type="none" w="sm" len="sm"/>
              <a:tailEnd type="none" w="sm" len="sm"/>
            </a:ln>
          </p:spPr>
        </p:cxnSp>
        <p:grpSp>
          <p:nvGrpSpPr>
            <p:cNvPr id="9" name="Google Shape;438;p15">
              <a:extLst>
                <a:ext uri="{FF2B5EF4-FFF2-40B4-BE49-F238E27FC236}">
                  <a16:creationId xmlns:a16="http://schemas.microsoft.com/office/drawing/2014/main" id="{6ACE465A-0863-1D6C-5CA1-325285FBF6D3}"/>
                </a:ext>
              </a:extLst>
            </p:cNvPr>
            <p:cNvGrpSpPr/>
            <p:nvPr/>
          </p:nvGrpSpPr>
          <p:grpSpPr>
            <a:xfrm rot="-5400000">
              <a:off x="21891606" y="145130"/>
              <a:ext cx="478712" cy="506762"/>
              <a:chOff x="0" y="-47625"/>
              <a:chExt cx="812800" cy="860425"/>
            </a:xfrm>
          </p:grpSpPr>
          <p:sp>
            <p:nvSpPr>
              <p:cNvPr id="24" name="Google Shape;439;p15">
                <a:extLst>
                  <a:ext uri="{FF2B5EF4-FFF2-40B4-BE49-F238E27FC236}">
                    <a16:creationId xmlns:a16="http://schemas.microsoft.com/office/drawing/2014/main" id="{CD2FE756-5EA8-3DC6-09EF-8A7DF06A3C70}"/>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5" name="Google Shape;440;p15">
                <a:extLst>
                  <a:ext uri="{FF2B5EF4-FFF2-40B4-BE49-F238E27FC236}">
                    <a16:creationId xmlns:a16="http://schemas.microsoft.com/office/drawing/2014/main" id="{2930001A-2ABB-E4C5-E8C0-2C76D535C533}"/>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 name="Google Shape;441;p15">
              <a:extLst>
                <a:ext uri="{FF2B5EF4-FFF2-40B4-BE49-F238E27FC236}">
                  <a16:creationId xmlns:a16="http://schemas.microsoft.com/office/drawing/2014/main" id="{2771A487-B56B-6EA2-55FA-6A231B9BC055}"/>
                </a:ext>
              </a:extLst>
            </p:cNvPr>
            <p:cNvGrpSpPr/>
            <p:nvPr/>
          </p:nvGrpSpPr>
          <p:grpSpPr>
            <a:xfrm rot="5400000">
              <a:off x="19512199" y="141500"/>
              <a:ext cx="478712" cy="506762"/>
              <a:chOff x="0" y="-47625"/>
              <a:chExt cx="812800" cy="860425"/>
            </a:xfrm>
          </p:grpSpPr>
          <p:sp>
            <p:nvSpPr>
              <p:cNvPr id="22" name="Google Shape;442;p15">
                <a:extLst>
                  <a:ext uri="{FF2B5EF4-FFF2-40B4-BE49-F238E27FC236}">
                    <a16:creationId xmlns:a16="http://schemas.microsoft.com/office/drawing/2014/main" id="{5BD79A66-8E58-6812-F6B1-13C824E3356B}"/>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3" name="Google Shape;443;p15">
                <a:extLst>
                  <a:ext uri="{FF2B5EF4-FFF2-40B4-BE49-F238E27FC236}">
                    <a16:creationId xmlns:a16="http://schemas.microsoft.com/office/drawing/2014/main" id="{AF2BA056-C188-AA5D-58A8-8AD6A5E68627}"/>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446;p15">
              <a:extLst>
                <a:ext uri="{FF2B5EF4-FFF2-40B4-BE49-F238E27FC236}">
                  <a16:creationId xmlns:a16="http://schemas.microsoft.com/office/drawing/2014/main" id="{712E719C-BFC2-7A9C-817F-46A722A19A3C}"/>
                </a:ext>
              </a:extLst>
            </p:cNvPr>
            <p:cNvGrpSpPr/>
            <p:nvPr/>
          </p:nvGrpSpPr>
          <p:grpSpPr>
            <a:xfrm>
              <a:off x="132942" y="103353"/>
              <a:ext cx="585476" cy="585476"/>
              <a:chOff x="0" y="0"/>
              <a:chExt cx="812800" cy="812800"/>
            </a:xfrm>
          </p:grpSpPr>
          <p:sp>
            <p:nvSpPr>
              <p:cNvPr id="20" name="Google Shape;447;p15">
                <a:extLst>
                  <a:ext uri="{FF2B5EF4-FFF2-40B4-BE49-F238E27FC236}">
                    <a16:creationId xmlns:a16="http://schemas.microsoft.com/office/drawing/2014/main" id="{4FEA0FB0-B128-CED4-AD58-CF8343732C20}"/>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1" name="Google Shape;448;p15">
                <a:extLst>
                  <a:ext uri="{FF2B5EF4-FFF2-40B4-BE49-F238E27FC236}">
                    <a16:creationId xmlns:a16="http://schemas.microsoft.com/office/drawing/2014/main" id="{9413984E-DDC3-3DAC-B864-112927898923}"/>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449;p15">
              <a:extLst>
                <a:ext uri="{FF2B5EF4-FFF2-40B4-BE49-F238E27FC236}">
                  <a16:creationId xmlns:a16="http://schemas.microsoft.com/office/drawing/2014/main" id="{5E9ACBBA-0231-2A4F-647E-F8CACA2BD6A3}"/>
                </a:ext>
              </a:extLst>
            </p:cNvPr>
            <p:cNvGrpSpPr/>
            <p:nvPr/>
          </p:nvGrpSpPr>
          <p:grpSpPr>
            <a:xfrm>
              <a:off x="819773" y="103353"/>
              <a:ext cx="585476" cy="585476"/>
              <a:chOff x="0" y="0"/>
              <a:chExt cx="812800" cy="812800"/>
            </a:xfrm>
          </p:grpSpPr>
          <p:sp>
            <p:nvSpPr>
              <p:cNvPr id="18" name="Google Shape;450;p15">
                <a:extLst>
                  <a:ext uri="{FF2B5EF4-FFF2-40B4-BE49-F238E27FC236}">
                    <a16:creationId xmlns:a16="http://schemas.microsoft.com/office/drawing/2014/main" id="{C686588F-4815-D5FD-A541-375B3904B286}"/>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txBody>
              <a:bodyPr/>
              <a:lstStyle/>
              <a:p>
                <a:endParaRPr lang="en-US"/>
              </a:p>
            </p:txBody>
          </p:sp>
          <p:sp>
            <p:nvSpPr>
              <p:cNvPr id="19" name="Google Shape;451;p15">
                <a:extLst>
                  <a:ext uri="{FF2B5EF4-FFF2-40B4-BE49-F238E27FC236}">
                    <a16:creationId xmlns:a16="http://schemas.microsoft.com/office/drawing/2014/main" id="{BF7B2BBD-C965-015C-17B6-90CD01FC3DD7}"/>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 name="Google Shape;452;p15">
              <a:extLst>
                <a:ext uri="{FF2B5EF4-FFF2-40B4-BE49-F238E27FC236}">
                  <a16:creationId xmlns:a16="http://schemas.microsoft.com/office/drawing/2014/main" id="{4727EA27-628E-BD8A-9558-DFA242C63D65}"/>
                </a:ext>
              </a:extLst>
            </p:cNvPr>
            <p:cNvGrpSpPr/>
            <p:nvPr/>
          </p:nvGrpSpPr>
          <p:grpSpPr>
            <a:xfrm>
              <a:off x="1506605" y="103353"/>
              <a:ext cx="585476" cy="585476"/>
              <a:chOff x="0" y="0"/>
              <a:chExt cx="812800" cy="812800"/>
            </a:xfrm>
          </p:grpSpPr>
          <p:sp>
            <p:nvSpPr>
              <p:cNvPr id="16" name="Google Shape;453;p15">
                <a:extLst>
                  <a:ext uri="{FF2B5EF4-FFF2-40B4-BE49-F238E27FC236}">
                    <a16:creationId xmlns:a16="http://schemas.microsoft.com/office/drawing/2014/main" id="{8EF7B2CC-9585-4FCE-3B2F-CE42B9DF03E8}"/>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txBody>
              <a:bodyPr/>
              <a:lstStyle/>
              <a:p>
                <a:endParaRPr lang="en-US"/>
              </a:p>
            </p:txBody>
          </p:sp>
          <p:sp>
            <p:nvSpPr>
              <p:cNvPr id="17" name="Google Shape;454;p15">
                <a:extLst>
                  <a:ext uri="{FF2B5EF4-FFF2-40B4-BE49-F238E27FC236}">
                    <a16:creationId xmlns:a16="http://schemas.microsoft.com/office/drawing/2014/main" id="{33560ABF-AD83-C75C-0C85-DB62CCA440FB}"/>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8" name="Google Shape;455;p15">
            <a:extLst>
              <a:ext uri="{FF2B5EF4-FFF2-40B4-BE49-F238E27FC236}">
                <a16:creationId xmlns:a16="http://schemas.microsoft.com/office/drawing/2014/main" id="{8DF270D2-2C7E-0571-DDAF-C43AD94DC57F}"/>
              </a:ext>
            </a:extLst>
          </p:cNvPr>
          <p:cNvGrpSpPr/>
          <p:nvPr userDrawn="1"/>
        </p:nvGrpSpPr>
        <p:grpSpPr>
          <a:xfrm>
            <a:off x="1350074" y="4251528"/>
            <a:ext cx="1554196" cy="1603108"/>
            <a:chOff x="0" y="-47625"/>
            <a:chExt cx="409333" cy="422215"/>
          </a:xfrm>
        </p:grpSpPr>
        <p:sp>
          <p:nvSpPr>
            <p:cNvPr id="29" name="Google Shape;456;p15">
              <a:extLst>
                <a:ext uri="{FF2B5EF4-FFF2-40B4-BE49-F238E27FC236}">
                  <a16:creationId xmlns:a16="http://schemas.microsoft.com/office/drawing/2014/main" id="{FA3EEF7A-AB8B-B0EB-9326-78F249FA4E44}"/>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30" name="Google Shape;457;p15">
              <a:extLst>
                <a:ext uri="{FF2B5EF4-FFF2-40B4-BE49-F238E27FC236}">
                  <a16:creationId xmlns:a16="http://schemas.microsoft.com/office/drawing/2014/main" id="{F22F3340-7882-3937-649D-F60D14BF7045}"/>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 name="Google Shape;458;p15">
            <a:extLst>
              <a:ext uri="{FF2B5EF4-FFF2-40B4-BE49-F238E27FC236}">
                <a16:creationId xmlns:a16="http://schemas.microsoft.com/office/drawing/2014/main" id="{BF150626-2728-452E-9868-1931639D181C}"/>
              </a:ext>
            </a:extLst>
          </p:cNvPr>
          <p:cNvGrpSpPr/>
          <p:nvPr userDrawn="1"/>
        </p:nvGrpSpPr>
        <p:grpSpPr>
          <a:xfrm>
            <a:off x="1350074" y="6670487"/>
            <a:ext cx="1554185" cy="1603098"/>
            <a:chOff x="0" y="-47625"/>
            <a:chExt cx="409333" cy="422215"/>
          </a:xfrm>
        </p:grpSpPr>
        <p:sp>
          <p:nvSpPr>
            <p:cNvPr id="32" name="Google Shape;459;p15">
              <a:extLst>
                <a:ext uri="{FF2B5EF4-FFF2-40B4-BE49-F238E27FC236}">
                  <a16:creationId xmlns:a16="http://schemas.microsoft.com/office/drawing/2014/main" id="{C5DD35D4-0C7E-A4E7-627C-BC92B976B1FF}"/>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33" name="Google Shape;460;p15">
              <a:extLst>
                <a:ext uri="{FF2B5EF4-FFF2-40B4-BE49-F238E27FC236}">
                  <a16:creationId xmlns:a16="http://schemas.microsoft.com/office/drawing/2014/main" id="{7B2CC90D-94D6-1716-D5AA-9C7663A19321}"/>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 name="Google Shape;461;p15">
            <a:extLst>
              <a:ext uri="{FF2B5EF4-FFF2-40B4-BE49-F238E27FC236}">
                <a16:creationId xmlns:a16="http://schemas.microsoft.com/office/drawing/2014/main" id="{A23FC191-A7CC-1B1A-FF06-F3B5B04EA417}"/>
              </a:ext>
            </a:extLst>
          </p:cNvPr>
          <p:cNvGrpSpPr/>
          <p:nvPr userDrawn="1"/>
        </p:nvGrpSpPr>
        <p:grpSpPr>
          <a:xfrm>
            <a:off x="10379687" y="8530161"/>
            <a:ext cx="564092" cy="564092"/>
            <a:chOff x="0" y="0"/>
            <a:chExt cx="812800" cy="812800"/>
          </a:xfrm>
        </p:grpSpPr>
        <p:sp>
          <p:nvSpPr>
            <p:cNvPr id="35" name="Google Shape;462;p15">
              <a:extLst>
                <a:ext uri="{FF2B5EF4-FFF2-40B4-BE49-F238E27FC236}">
                  <a16:creationId xmlns:a16="http://schemas.microsoft.com/office/drawing/2014/main" id="{BE3FD26A-C432-BBC4-181C-A6BDAC3B6035}"/>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36" name="Google Shape;463;p15">
              <a:extLst>
                <a:ext uri="{FF2B5EF4-FFF2-40B4-BE49-F238E27FC236}">
                  <a16:creationId xmlns:a16="http://schemas.microsoft.com/office/drawing/2014/main" id="{4D9D1533-11C5-5109-A7C1-9A16FFF06B75}"/>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 name="Google Shape;464;p15">
            <a:extLst>
              <a:ext uri="{FF2B5EF4-FFF2-40B4-BE49-F238E27FC236}">
                <a16:creationId xmlns:a16="http://schemas.microsoft.com/office/drawing/2014/main" id="{8F5967FA-0D7E-71CD-BE18-E2DF954D311A}"/>
              </a:ext>
            </a:extLst>
          </p:cNvPr>
          <p:cNvGrpSpPr/>
          <p:nvPr userDrawn="1"/>
        </p:nvGrpSpPr>
        <p:grpSpPr>
          <a:xfrm>
            <a:off x="16253426" y="1883426"/>
            <a:ext cx="564092" cy="564092"/>
            <a:chOff x="0" y="0"/>
            <a:chExt cx="812800" cy="812800"/>
          </a:xfrm>
        </p:grpSpPr>
        <p:sp>
          <p:nvSpPr>
            <p:cNvPr id="38" name="Google Shape;465;p15">
              <a:extLst>
                <a:ext uri="{FF2B5EF4-FFF2-40B4-BE49-F238E27FC236}">
                  <a16:creationId xmlns:a16="http://schemas.microsoft.com/office/drawing/2014/main" id="{A4EDCBC5-4B7A-8610-E0F9-2C5543DE59F4}"/>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39" name="Google Shape;466;p15">
              <a:extLst>
                <a:ext uri="{FF2B5EF4-FFF2-40B4-BE49-F238E27FC236}">
                  <a16:creationId xmlns:a16="http://schemas.microsoft.com/office/drawing/2014/main" id="{CF212194-E059-E83B-8626-15869A589346}"/>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73" name="Google Shape;472;p15">
            <a:extLst>
              <a:ext uri="{FF2B5EF4-FFF2-40B4-BE49-F238E27FC236}">
                <a16:creationId xmlns:a16="http://schemas.microsoft.com/office/drawing/2014/main" id="{3CDF91A8-46B5-2877-405D-7D8CA2033530}"/>
              </a:ext>
            </a:extLst>
          </p:cNvPr>
          <p:cNvPicPr preferRelativeResize="0"/>
          <p:nvPr userDrawn="1"/>
        </p:nvPicPr>
        <p:blipFill>
          <a:blip r:embed="rId4">
            <a:alphaModFix/>
          </a:blip>
          <a:stretch>
            <a:fillRect/>
          </a:stretch>
        </p:blipFill>
        <p:spPr>
          <a:xfrm>
            <a:off x="10717450" y="1952850"/>
            <a:ext cx="5337876" cy="7470599"/>
          </a:xfrm>
          <a:prstGeom prst="rect">
            <a:avLst/>
          </a:prstGeom>
          <a:noFill/>
          <a:ln>
            <a:noFill/>
          </a:ln>
        </p:spPr>
      </p:pic>
      <p:pic>
        <p:nvPicPr>
          <p:cNvPr id="74" name="Google Shape;473;p15">
            <a:extLst>
              <a:ext uri="{FF2B5EF4-FFF2-40B4-BE49-F238E27FC236}">
                <a16:creationId xmlns:a16="http://schemas.microsoft.com/office/drawing/2014/main" id="{7F3B6778-D649-6824-3BD3-99A7D9E88D87}"/>
              </a:ext>
            </a:extLst>
          </p:cNvPr>
          <p:cNvPicPr preferRelativeResize="0"/>
          <p:nvPr userDrawn="1"/>
        </p:nvPicPr>
        <p:blipFill>
          <a:blip r:embed="rId5">
            <a:alphaModFix/>
          </a:blip>
          <a:stretch>
            <a:fillRect/>
          </a:stretch>
        </p:blipFill>
        <p:spPr>
          <a:xfrm>
            <a:off x="1576762" y="7037653"/>
            <a:ext cx="1100825" cy="1056548"/>
          </a:xfrm>
          <a:prstGeom prst="rect">
            <a:avLst/>
          </a:prstGeom>
          <a:noFill/>
          <a:ln>
            <a:noFill/>
          </a:ln>
        </p:spPr>
      </p:pic>
      <p:pic>
        <p:nvPicPr>
          <p:cNvPr id="75" name="Google Shape;474;p15">
            <a:extLst>
              <a:ext uri="{FF2B5EF4-FFF2-40B4-BE49-F238E27FC236}">
                <a16:creationId xmlns:a16="http://schemas.microsoft.com/office/drawing/2014/main" id="{C3C3F752-BF85-13AE-3A85-01BC97F2F9D6}"/>
              </a:ext>
            </a:extLst>
          </p:cNvPr>
          <p:cNvPicPr preferRelativeResize="0"/>
          <p:nvPr userDrawn="1"/>
        </p:nvPicPr>
        <p:blipFill>
          <a:blip r:embed="rId6">
            <a:alphaModFix/>
          </a:blip>
          <a:stretch>
            <a:fillRect/>
          </a:stretch>
        </p:blipFill>
        <p:spPr>
          <a:xfrm>
            <a:off x="1576750" y="4664923"/>
            <a:ext cx="1100850" cy="1076384"/>
          </a:xfrm>
          <a:prstGeom prst="rect">
            <a:avLst/>
          </a:prstGeom>
          <a:noFill/>
          <a:ln>
            <a:noFill/>
          </a:ln>
        </p:spPr>
      </p:pic>
      <p:sp>
        <p:nvSpPr>
          <p:cNvPr id="76" name="Google Shape;71;p4">
            <a:extLst>
              <a:ext uri="{FF2B5EF4-FFF2-40B4-BE49-F238E27FC236}">
                <a16:creationId xmlns:a16="http://schemas.microsoft.com/office/drawing/2014/main" id="{028A30D9-84DE-9F2B-EC41-27427E914ACF}"/>
              </a:ext>
            </a:extLst>
          </p:cNvPr>
          <p:cNvSpPr txBox="1">
            <a:spLocks noGrp="1"/>
          </p:cNvSpPr>
          <p:nvPr>
            <p:ph type="title" hasCustomPrompt="1"/>
          </p:nvPr>
        </p:nvSpPr>
        <p:spPr>
          <a:xfrm>
            <a:off x="1550250" y="1536646"/>
            <a:ext cx="8755800" cy="21993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80, str</a:t>
            </a:r>
            <a:endParaRPr dirty="0"/>
          </a:p>
        </p:txBody>
      </p:sp>
      <p:sp>
        <p:nvSpPr>
          <p:cNvPr id="78" name="Text Placeholder 77">
            <a:extLst>
              <a:ext uri="{FF2B5EF4-FFF2-40B4-BE49-F238E27FC236}">
                <a16:creationId xmlns:a16="http://schemas.microsoft.com/office/drawing/2014/main" id="{AF384544-0135-92E3-63DF-589830A7F0F6}"/>
              </a:ext>
            </a:extLst>
          </p:cNvPr>
          <p:cNvSpPr>
            <a:spLocks noGrp="1"/>
          </p:cNvSpPr>
          <p:nvPr>
            <p:ph type="body" sz="quarter" idx="10" hasCustomPrompt="1"/>
          </p:nvPr>
        </p:nvSpPr>
        <p:spPr>
          <a:xfrm>
            <a:off x="3292871" y="4000500"/>
            <a:ext cx="7013179" cy="665163"/>
          </a:xfrm>
        </p:spPr>
        <p:txBody>
          <a:bodyPr>
            <a:noAutofit/>
          </a:bodyPr>
          <a:lstStyle>
            <a:lvl1pPr marL="76200" indent="0">
              <a:buNone/>
              <a:defRPr lang="en-US" sz="2800" b="0" i="0" u="none" strike="noStrike" cap="none" dirty="0">
                <a:solidFill>
                  <a:srgbClr val="000000"/>
                </a:solidFill>
                <a:latin typeface="Impact"/>
                <a:ea typeface="Impact"/>
                <a:cs typeface="Impact"/>
                <a:sym typeface="Arial"/>
              </a:defRPr>
            </a:lvl1pPr>
          </a:lstStyle>
          <a:p>
            <a:pPr lvl="0"/>
            <a:r>
              <a:rPr lang="en-US" dirty="0"/>
              <a:t>Subtitle1, 40, str</a:t>
            </a:r>
          </a:p>
        </p:txBody>
      </p:sp>
      <p:sp>
        <p:nvSpPr>
          <p:cNvPr id="79" name="Text Placeholder 77">
            <a:extLst>
              <a:ext uri="{FF2B5EF4-FFF2-40B4-BE49-F238E27FC236}">
                <a16:creationId xmlns:a16="http://schemas.microsoft.com/office/drawing/2014/main" id="{F456A448-DE3B-E953-A331-61179CFF6089}"/>
              </a:ext>
            </a:extLst>
          </p:cNvPr>
          <p:cNvSpPr>
            <a:spLocks noGrp="1"/>
          </p:cNvSpPr>
          <p:nvPr>
            <p:ph type="body" sz="quarter" idx="11" hasCustomPrompt="1"/>
          </p:nvPr>
        </p:nvSpPr>
        <p:spPr>
          <a:xfrm>
            <a:off x="3292871" y="4930194"/>
            <a:ext cx="7013179" cy="665163"/>
          </a:xfrm>
        </p:spPr>
        <p:txBody>
          <a:bodyPr>
            <a:noAutofit/>
          </a:bodyPr>
          <a:lstStyle>
            <a:lvl1pPr marL="76200" indent="0">
              <a:buNone/>
              <a:defRPr lang="en-US" sz="2400" b="0" i="0" u="none" strike="noStrike" cap="none" dirty="0">
                <a:solidFill>
                  <a:srgbClr val="000000"/>
                </a:solidFill>
                <a:latin typeface="Proxima Nova"/>
                <a:ea typeface="Proxima Nova"/>
                <a:cs typeface="Proxima Nova"/>
                <a:sym typeface="Arial"/>
              </a:defRPr>
            </a:lvl1pPr>
          </a:lstStyle>
          <a:p>
            <a:pPr lvl="0"/>
            <a:r>
              <a:rPr lang="en-US" dirty="0"/>
              <a:t>Content1, 200, str</a:t>
            </a:r>
          </a:p>
        </p:txBody>
      </p:sp>
      <p:sp>
        <p:nvSpPr>
          <p:cNvPr id="80" name="Text Placeholder 77">
            <a:extLst>
              <a:ext uri="{FF2B5EF4-FFF2-40B4-BE49-F238E27FC236}">
                <a16:creationId xmlns:a16="http://schemas.microsoft.com/office/drawing/2014/main" id="{3DB2F2B0-CE62-3C09-9825-1E69CC124F2A}"/>
              </a:ext>
            </a:extLst>
          </p:cNvPr>
          <p:cNvSpPr>
            <a:spLocks noGrp="1"/>
          </p:cNvSpPr>
          <p:nvPr>
            <p:ph type="body" sz="quarter" idx="12" hasCustomPrompt="1"/>
          </p:nvPr>
        </p:nvSpPr>
        <p:spPr>
          <a:xfrm>
            <a:off x="3292871" y="6762750"/>
            <a:ext cx="7013179" cy="665163"/>
          </a:xfrm>
        </p:spPr>
        <p:txBody>
          <a:bodyPr>
            <a:noAutofit/>
          </a:bodyPr>
          <a:lstStyle>
            <a:lvl1pPr marL="76200" indent="0">
              <a:buNone/>
              <a:defRPr lang="en-US" sz="2800" b="0" i="0" u="none" strike="noStrike" cap="none" dirty="0">
                <a:solidFill>
                  <a:srgbClr val="000000"/>
                </a:solidFill>
                <a:latin typeface="Impact"/>
                <a:ea typeface="Impact"/>
                <a:cs typeface="Impact"/>
                <a:sym typeface="Arial"/>
              </a:defRPr>
            </a:lvl1pPr>
          </a:lstStyle>
          <a:p>
            <a:pPr lvl="0"/>
            <a:r>
              <a:rPr lang="en-US" dirty="0"/>
              <a:t>Subtitle2, 40, str</a:t>
            </a:r>
          </a:p>
        </p:txBody>
      </p:sp>
      <p:sp>
        <p:nvSpPr>
          <p:cNvPr id="81" name="Text Placeholder 77">
            <a:extLst>
              <a:ext uri="{FF2B5EF4-FFF2-40B4-BE49-F238E27FC236}">
                <a16:creationId xmlns:a16="http://schemas.microsoft.com/office/drawing/2014/main" id="{8F8BB60C-80A6-1859-43D8-99B3F5AA0BF2}"/>
              </a:ext>
            </a:extLst>
          </p:cNvPr>
          <p:cNvSpPr>
            <a:spLocks noGrp="1"/>
          </p:cNvSpPr>
          <p:nvPr>
            <p:ph type="body" sz="quarter" idx="13" hasCustomPrompt="1"/>
          </p:nvPr>
        </p:nvSpPr>
        <p:spPr>
          <a:xfrm>
            <a:off x="3292871" y="7692444"/>
            <a:ext cx="7013179" cy="665163"/>
          </a:xfrm>
        </p:spPr>
        <p:txBody>
          <a:bodyPr>
            <a:noAutofit/>
          </a:bodyPr>
          <a:lstStyle>
            <a:lvl1pPr marL="76200" indent="0">
              <a:buNone/>
              <a:defRPr lang="en-US" sz="2400" b="0" i="0" u="none" strike="noStrike" cap="none" dirty="0">
                <a:solidFill>
                  <a:srgbClr val="000000"/>
                </a:solidFill>
                <a:latin typeface="Proxima Nova"/>
                <a:ea typeface="Proxima Nova"/>
                <a:cs typeface="Proxima Nova"/>
                <a:sym typeface="Arial"/>
              </a:defRPr>
            </a:lvl1pPr>
          </a:lstStyle>
          <a:p>
            <a:pPr lvl="0"/>
            <a:r>
              <a:rPr lang="en-US" dirty="0"/>
              <a:t>Content2, 200, str</a:t>
            </a:r>
          </a:p>
        </p:txBody>
      </p:sp>
    </p:spTree>
    <p:extLst>
      <p:ext uri="{BB962C8B-B14F-4D97-AF65-F5344CB8AC3E}">
        <p14:creationId xmlns:p14="http://schemas.microsoft.com/office/powerpoint/2010/main" val="1617019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44"/>
        <p:cNvGrpSpPr/>
        <p:nvPr/>
      </p:nvGrpSpPr>
      <p:grpSpPr>
        <a:xfrm>
          <a:off x="0" y="0"/>
          <a:ext cx="0" cy="0"/>
          <a:chOff x="0" y="0"/>
          <a:chExt cx="0" cy="0"/>
        </a:xfrm>
      </p:grpSpPr>
      <p:pic>
        <p:nvPicPr>
          <p:cNvPr id="2" name="Google Shape;479;p16">
            <a:extLst>
              <a:ext uri="{FF2B5EF4-FFF2-40B4-BE49-F238E27FC236}">
                <a16:creationId xmlns:a16="http://schemas.microsoft.com/office/drawing/2014/main" id="{6DDA250C-AA2F-CE57-4629-9390FFC6DE7F}"/>
              </a:ext>
            </a:extLst>
          </p:cNvPr>
          <p:cNvPicPr preferRelativeResize="0"/>
          <p:nvPr userDrawn="1"/>
        </p:nvPicPr>
        <p:blipFill>
          <a:blip r:embed="rId2">
            <a:alphaModFix/>
          </a:blip>
          <a:stretch>
            <a:fillRect/>
          </a:stretch>
        </p:blipFill>
        <p:spPr>
          <a:xfrm>
            <a:off x="-5665950" y="-3354225"/>
            <a:ext cx="30258473" cy="17493174"/>
          </a:xfrm>
          <a:prstGeom prst="rect">
            <a:avLst/>
          </a:prstGeom>
          <a:noFill/>
          <a:ln>
            <a:noFill/>
          </a:ln>
        </p:spPr>
      </p:pic>
      <p:grpSp>
        <p:nvGrpSpPr>
          <p:cNvPr id="3" name="Google Shape;480;p16">
            <a:extLst>
              <a:ext uri="{FF2B5EF4-FFF2-40B4-BE49-F238E27FC236}">
                <a16:creationId xmlns:a16="http://schemas.microsoft.com/office/drawing/2014/main" id="{B2AE2A8B-3F37-7FB7-8B23-B95DA2BB9705}"/>
              </a:ext>
            </a:extLst>
          </p:cNvPr>
          <p:cNvGrpSpPr/>
          <p:nvPr userDrawn="1"/>
        </p:nvGrpSpPr>
        <p:grpSpPr>
          <a:xfrm>
            <a:off x="599292" y="321471"/>
            <a:ext cx="17089416" cy="9463232"/>
            <a:chOff x="0" y="-241102"/>
            <a:chExt cx="22785889" cy="12617644"/>
          </a:xfrm>
        </p:grpSpPr>
        <p:grpSp>
          <p:nvGrpSpPr>
            <p:cNvPr id="4" name="Google Shape;481;p16">
              <a:extLst>
                <a:ext uri="{FF2B5EF4-FFF2-40B4-BE49-F238E27FC236}">
                  <a16:creationId xmlns:a16="http://schemas.microsoft.com/office/drawing/2014/main" id="{DFAA19AD-4001-9A18-CD2D-44A524A31EA3}"/>
                </a:ext>
              </a:extLst>
            </p:cNvPr>
            <p:cNvGrpSpPr/>
            <p:nvPr/>
          </p:nvGrpSpPr>
          <p:grpSpPr>
            <a:xfrm>
              <a:off x="0" y="-241102"/>
              <a:ext cx="22785889" cy="12617644"/>
              <a:chOff x="0" y="-47625"/>
              <a:chExt cx="4500916" cy="2492374"/>
            </a:xfrm>
          </p:grpSpPr>
          <p:sp>
            <p:nvSpPr>
              <p:cNvPr id="25" name="Google Shape;482;p16">
                <a:extLst>
                  <a:ext uri="{FF2B5EF4-FFF2-40B4-BE49-F238E27FC236}">
                    <a16:creationId xmlns:a16="http://schemas.microsoft.com/office/drawing/2014/main" id="{DBBE7FED-77D6-0271-3FD1-06845C2B69A8}"/>
                  </a:ext>
                </a:extLst>
              </p:cNvPr>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txBody>
              <a:bodyPr/>
              <a:lstStyle/>
              <a:p>
                <a:endParaRPr lang="en-US"/>
              </a:p>
            </p:txBody>
          </p:sp>
          <p:sp>
            <p:nvSpPr>
              <p:cNvPr id="26" name="Google Shape;483;p16">
                <a:extLst>
                  <a:ext uri="{FF2B5EF4-FFF2-40B4-BE49-F238E27FC236}">
                    <a16:creationId xmlns:a16="http://schemas.microsoft.com/office/drawing/2014/main" id="{10D2535D-1AF0-8C3F-325D-FC170D2D0FB7}"/>
                  </a:ext>
                </a:extLst>
              </p:cNvPr>
              <p:cNvSpPr txBox="1"/>
              <p:nvPr/>
            </p:nvSpPr>
            <p:spPr>
              <a:xfrm>
                <a:off x="0" y="-47625"/>
                <a:ext cx="4500916" cy="2492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 name="Google Shape;484;p16">
              <a:extLst>
                <a:ext uri="{FF2B5EF4-FFF2-40B4-BE49-F238E27FC236}">
                  <a16:creationId xmlns:a16="http://schemas.microsoft.com/office/drawing/2014/main" id="{F5C66675-7D27-ECE0-81AD-60B5841B2558}"/>
                </a:ext>
              </a:extLst>
            </p:cNvPr>
            <p:cNvCxnSpPr/>
            <p:nvPr/>
          </p:nvCxnSpPr>
          <p:spPr>
            <a:xfrm>
              <a:off x="7352182"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6" name="Google Shape;485;p16">
              <a:extLst>
                <a:ext uri="{FF2B5EF4-FFF2-40B4-BE49-F238E27FC236}">
                  <a16:creationId xmlns:a16="http://schemas.microsoft.com/office/drawing/2014/main" id="{3902C709-CB64-A570-B3BD-F24C81B7AFBD}"/>
                </a:ext>
              </a:extLst>
            </p:cNvPr>
            <p:cNvCxnSpPr/>
            <p:nvPr/>
          </p:nvCxnSpPr>
          <p:spPr>
            <a:xfrm>
              <a:off x="15433707"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7" name="Google Shape;486;p16">
              <a:extLst>
                <a:ext uri="{FF2B5EF4-FFF2-40B4-BE49-F238E27FC236}">
                  <a16:creationId xmlns:a16="http://schemas.microsoft.com/office/drawing/2014/main" id="{7C7CA539-EA81-478D-1C2D-1F78ADF70D26}"/>
                </a:ext>
              </a:extLst>
            </p:cNvPr>
            <p:cNvCxnSpPr/>
            <p:nvPr/>
          </p:nvCxnSpPr>
          <p:spPr>
            <a:xfrm>
              <a:off x="0" y="813022"/>
              <a:ext cx="22785889" cy="0"/>
            </a:xfrm>
            <a:prstGeom prst="straightConnector1">
              <a:avLst/>
            </a:prstGeom>
            <a:noFill/>
            <a:ln w="38100" cap="flat" cmpd="sng">
              <a:solidFill>
                <a:srgbClr val="000000"/>
              </a:solidFill>
              <a:prstDash val="solid"/>
              <a:round/>
              <a:headEnd type="none" w="sm" len="sm"/>
              <a:tailEnd type="none" w="sm" len="sm"/>
            </a:ln>
          </p:spPr>
        </p:cxnSp>
        <p:grpSp>
          <p:nvGrpSpPr>
            <p:cNvPr id="8" name="Google Shape;487;p16">
              <a:extLst>
                <a:ext uri="{FF2B5EF4-FFF2-40B4-BE49-F238E27FC236}">
                  <a16:creationId xmlns:a16="http://schemas.microsoft.com/office/drawing/2014/main" id="{28020D79-F6B3-8CFE-B0DB-AC15EF4F1E48}"/>
                </a:ext>
              </a:extLst>
            </p:cNvPr>
            <p:cNvGrpSpPr/>
            <p:nvPr/>
          </p:nvGrpSpPr>
          <p:grpSpPr>
            <a:xfrm rot="-5400000">
              <a:off x="21891606" y="145130"/>
              <a:ext cx="478712" cy="506762"/>
              <a:chOff x="0" y="-47625"/>
              <a:chExt cx="812800" cy="860425"/>
            </a:xfrm>
          </p:grpSpPr>
          <p:sp>
            <p:nvSpPr>
              <p:cNvPr id="23" name="Google Shape;488;p16">
                <a:extLst>
                  <a:ext uri="{FF2B5EF4-FFF2-40B4-BE49-F238E27FC236}">
                    <a16:creationId xmlns:a16="http://schemas.microsoft.com/office/drawing/2014/main" id="{C7A5D154-DFFB-521B-ED53-83D911609D08}"/>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4" name="Google Shape;489;p16">
                <a:extLst>
                  <a:ext uri="{FF2B5EF4-FFF2-40B4-BE49-F238E27FC236}">
                    <a16:creationId xmlns:a16="http://schemas.microsoft.com/office/drawing/2014/main" id="{EF596168-7D72-0F94-F314-3AD58BBA297C}"/>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 name="Google Shape;490;p16">
              <a:extLst>
                <a:ext uri="{FF2B5EF4-FFF2-40B4-BE49-F238E27FC236}">
                  <a16:creationId xmlns:a16="http://schemas.microsoft.com/office/drawing/2014/main" id="{C0C0B35E-82D8-AC5A-61EE-8AD8C0AF8901}"/>
                </a:ext>
              </a:extLst>
            </p:cNvPr>
            <p:cNvGrpSpPr/>
            <p:nvPr/>
          </p:nvGrpSpPr>
          <p:grpSpPr>
            <a:xfrm rot="5400000">
              <a:off x="19512199" y="141500"/>
              <a:ext cx="478712" cy="506762"/>
              <a:chOff x="0" y="-47625"/>
              <a:chExt cx="812800" cy="860425"/>
            </a:xfrm>
          </p:grpSpPr>
          <p:sp>
            <p:nvSpPr>
              <p:cNvPr id="21" name="Google Shape;491;p16">
                <a:extLst>
                  <a:ext uri="{FF2B5EF4-FFF2-40B4-BE49-F238E27FC236}">
                    <a16:creationId xmlns:a16="http://schemas.microsoft.com/office/drawing/2014/main" id="{62645753-9F18-42FD-71E1-5FBB75A8B68A}"/>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2" name="Google Shape;492;p16">
                <a:extLst>
                  <a:ext uri="{FF2B5EF4-FFF2-40B4-BE49-F238E27FC236}">
                    <a16:creationId xmlns:a16="http://schemas.microsoft.com/office/drawing/2014/main" id="{0C1E0FEB-6B8F-7024-8EAB-9E12DBF9B74C}"/>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 name="Google Shape;495;p16">
              <a:extLst>
                <a:ext uri="{FF2B5EF4-FFF2-40B4-BE49-F238E27FC236}">
                  <a16:creationId xmlns:a16="http://schemas.microsoft.com/office/drawing/2014/main" id="{161508B1-E4B8-1B63-CA6C-05F48137BF0E}"/>
                </a:ext>
              </a:extLst>
            </p:cNvPr>
            <p:cNvGrpSpPr/>
            <p:nvPr/>
          </p:nvGrpSpPr>
          <p:grpSpPr>
            <a:xfrm>
              <a:off x="132942" y="103353"/>
              <a:ext cx="585476" cy="585476"/>
              <a:chOff x="0" y="0"/>
              <a:chExt cx="812800" cy="812800"/>
            </a:xfrm>
          </p:grpSpPr>
          <p:sp>
            <p:nvSpPr>
              <p:cNvPr id="19" name="Google Shape;496;p16">
                <a:extLst>
                  <a:ext uri="{FF2B5EF4-FFF2-40B4-BE49-F238E27FC236}">
                    <a16:creationId xmlns:a16="http://schemas.microsoft.com/office/drawing/2014/main" id="{0CDB0147-FBA8-F05D-D995-E350671D20E4}"/>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0" name="Google Shape;497;p16">
                <a:extLst>
                  <a:ext uri="{FF2B5EF4-FFF2-40B4-BE49-F238E27FC236}">
                    <a16:creationId xmlns:a16="http://schemas.microsoft.com/office/drawing/2014/main" id="{D8636F94-3177-E9AF-A853-C97D9B768A81}"/>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498;p16">
              <a:extLst>
                <a:ext uri="{FF2B5EF4-FFF2-40B4-BE49-F238E27FC236}">
                  <a16:creationId xmlns:a16="http://schemas.microsoft.com/office/drawing/2014/main" id="{8B2D0139-5B09-1138-E85A-54CC9972C475}"/>
                </a:ext>
              </a:extLst>
            </p:cNvPr>
            <p:cNvGrpSpPr/>
            <p:nvPr/>
          </p:nvGrpSpPr>
          <p:grpSpPr>
            <a:xfrm>
              <a:off x="819773" y="103353"/>
              <a:ext cx="585476" cy="585476"/>
              <a:chOff x="0" y="0"/>
              <a:chExt cx="812800" cy="812800"/>
            </a:xfrm>
          </p:grpSpPr>
          <p:sp>
            <p:nvSpPr>
              <p:cNvPr id="17" name="Google Shape;499;p16">
                <a:extLst>
                  <a:ext uri="{FF2B5EF4-FFF2-40B4-BE49-F238E27FC236}">
                    <a16:creationId xmlns:a16="http://schemas.microsoft.com/office/drawing/2014/main" id="{06CA4C30-ACFE-6660-3644-91B6B02856D7}"/>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txBody>
              <a:bodyPr/>
              <a:lstStyle/>
              <a:p>
                <a:endParaRPr lang="en-US"/>
              </a:p>
            </p:txBody>
          </p:sp>
          <p:sp>
            <p:nvSpPr>
              <p:cNvPr id="18" name="Google Shape;500;p16">
                <a:extLst>
                  <a:ext uri="{FF2B5EF4-FFF2-40B4-BE49-F238E27FC236}">
                    <a16:creationId xmlns:a16="http://schemas.microsoft.com/office/drawing/2014/main" id="{06FA001B-F217-0D00-5BEB-BAA341D20EA8}"/>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501;p16">
              <a:extLst>
                <a:ext uri="{FF2B5EF4-FFF2-40B4-BE49-F238E27FC236}">
                  <a16:creationId xmlns:a16="http://schemas.microsoft.com/office/drawing/2014/main" id="{B39FFBCB-79A7-F751-52DD-4BC41E4EC7FB}"/>
                </a:ext>
              </a:extLst>
            </p:cNvPr>
            <p:cNvGrpSpPr/>
            <p:nvPr/>
          </p:nvGrpSpPr>
          <p:grpSpPr>
            <a:xfrm>
              <a:off x="1506605" y="103353"/>
              <a:ext cx="585476" cy="585476"/>
              <a:chOff x="0" y="0"/>
              <a:chExt cx="812800" cy="812800"/>
            </a:xfrm>
          </p:grpSpPr>
          <p:sp>
            <p:nvSpPr>
              <p:cNvPr id="15" name="Google Shape;502;p16">
                <a:extLst>
                  <a:ext uri="{FF2B5EF4-FFF2-40B4-BE49-F238E27FC236}">
                    <a16:creationId xmlns:a16="http://schemas.microsoft.com/office/drawing/2014/main" id="{394216C4-8535-D5D3-87F0-DD8EDE6392B5}"/>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txBody>
              <a:bodyPr/>
              <a:lstStyle/>
              <a:p>
                <a:endParaRPr lang="en-US"/>
              </a:p>
            </p:txBody>
          </p:sp>
          <p:sp>
            <p:nvSpPr>
              <p:cNvPr id="16" name="Google Shape;503;p16">
                <a:extLst>
                  <a:ext uri="{FF2B5EF4-FFF2-40B4-BE49-F238E27FC236}">
                    <a16:creationId xmlns:a16="http://schemas.microsoft.com/office/drawing/2014/main" id="{F38B7966-CEA3-4970-156A-AE8BE5072AFC}"/>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7" name="Google Shape;504;p16">
            <a:extLst>
              <a:ext uri="{FF2B5EF4-FFF2-40B4-BE49-F238E27FC236}">
                <a16:creationId xmlns:a16="http://schemas.microsoft.com/office/drawing/2014/main" id="{C6B33841-910F-469B-F69F-B0077EB6D914}"/>
              </a:ext>
            </a:extLst>
          </p:cNvPr>
          <p:cNvGrpSpPr/>
          <p:nvPr userDrawn="1"/>
        </p:nvGrpSpPr>
        <p:grpSpPr>
          <a:xfrm>
            <a:off x="1319590" y="4220487"/>
            <a:ext cx="1554185" cy="1603098"/>
            <a:chOff x="0" y="-47625"/>
            <a:chExt cx="409333" cy="422215"/>
          </a:xfrm>
        </p:grpSpPr>
        <p:sp>
          <p:nvSpPr>
            <p:cNvPr id="28" name="Google Shape;505;p16">
              <a:extLst>
                <a:ext uri="{FF2B5EF4-FFF2-40B4-BE49-F238E27FC236}">
                  <a16:creationId xmlns:a16="http://schemas.microsoft.com/office/drawing/2014/main" id="{86AD00BA-95E9-EB17-A5FD-698AB8010227}"/>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9" name="Google Shape;506;p16">
              <a:extLst>
                <a:ext uri="{FF2B5EF4-FFF2-40B4-BE49-F238E27FC236}">
                  <a16:creationId xmlns:a16="http://schemas.microsoft.com/office/drawing/2014/main" id="{CDF0E50B-7E37-DD58-DB75-977CC47102EC}"/>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 name="Google Shape;507;p16">
            <a:extLst>
              <a:ext uri="{FF2B5EF4-FFF2-40B4-BE49-F238E27FC236}">
                <a16:creationId xmlns:a16="http://schemas.microsoft.com/office/drawing/2014/main" id="{715E1414-25E8-D15B-DB6E-F93E2251EFD2}"/>
              </a:ext>
            </a:extLst>
          </p:cNvPr>
          <p:cNvGrpSpPr/>
          <p:nvPr userDrawn="1"/>
        </p:nvGrpSpPr>
        <p:grpSpPr>
          <a:xfrm>
            <a:off x="4032687" y="4220487"/>
            <a:ext cx="1554185" cy="1603098"/>
            <a:chOff x="0" y="-47625"/>
            <a:chExt cx="409333" cy="422215"/>
          </a:xfrm>
        </p:grpSpPr>
        <p:sp>
          <p:nvSpPr>
            <p:cNvPr id="31" name="Google Shape;508;p16">
              <a:extLst>
                <a:ext uri="{FF2B5EF4-FFF2-40B4-BE49-F238E27FC236}">
                  <a16:creationId xmlns:a16="http://schemas.microsoft.com/office/drawing/2014/main" id="{EDBDD079-241B-BFDF-1ADD-783E3848E8DC}"/>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32" name="Google Shape;509;p16">
              <a:extLst>
                <a:ext uri="{FF2B5EF4-FFF2-40B4-BE49-F238E27FC236}">
                  <a16:creationId xmlns:a16="http://schemas.microsoft.com/office/drawing/2014/main" id="{102BCE0E-0A0C-0D51-65F4-9DF17F55E3A3}"/>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 name="Google Shape;510;p16">
            <a:extLst>
              <a:ext uri="{FF2B5EF4-FFF2-40B4-BE49-F238E27FC236}">
                <a16:creationId xmlns:a16="http://schemas.microsoft.com/office/drawing/2014/main" id="{7F5B070B-064E-2FFB-600E-54E6CB9CC032}"/>
              </a:ext>
            </a:extLst>
          </p:cNvPr>
          <p:cNvGrpSpPr/>
          <p:nvPr userDrawn="1"/>
        </p:nvGrpSpPr>
        <p:grpSpPr>
          <a:xfrm>
            <a:off x="6745783" y="4220487"/>
            <a:ext cx="1554185" cy="1603098"/>
            <a:chOff x="0" y="-47625"/>
            <a:chExt cx="409333" cy="422215"/>
          </a:xfrm>
        </p:grpSpPr>
        <p:sp>
          <p:nvSpPr>
            <p:cNvPr id="34" name="Google Shape;511;p16">
              <a:extLst>
                <a:ext uri="{FF2B5EF4-FFF2-40B4-BE49-F238E27FC236}">
                  <a16:creationId xmlns:a16="http://schemas.microsoft.com/office/drawing/2014/main" id="{8918FCEE-88C3-9CD8-6C7D-DEB02E065E0E}"/>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35" name="Google Shape;512;p16">
              <a:extLst>
                <a:ext uri="{FF2B5EF4-FFF2-40B4-BE49-F238E27FC236}">
                  <a16:creationId xmlns:a16="http://schemas.microsoft.com/office/drawing/2014/main" id="{099A1C36-777E-95FA-E4D5-5D04434FA03B}"/>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 name="Google Shape;513;p16">
            <a:extLst>
              <a:ext uri="{FF2B5EF4-FFF2-40B4-BE49-F238E27FC236}">
                <a16:creationId xmlns:a16="http://schemas.microsoft.com/office/drawing/2014/main" id="{6DC22BDC-5117-F21C-F4C8-D2B5B3AFB17F}"/>
              </a:ext>
            </a:extLst>
          </p:cNvPr>
          <p:cNvGrpSpPr/>
          <p:nvPr userDrawn="1"/>
        </p:nvGrpSpPr>
        <p:grpSpPr>
          <a:xfrm>
            <a:off x="9458880" y="4220487"/>
            <a:ext cx="1554185" cy="1603098"/>
            <a:chOff x="0" y="-47625"/>
            <a:chExt cx="409333" cy="422215"/>
          </a:xfrm>
        </p:grpSpPr>
        <p:sp>
          <p:nvSpPr>
            <p:cNvPr id="37" name="Google Shape;514;p16">
              <a:extLst>
                <a:ext uri="{FF2B5EF4-FFF2-40B4-BE49-F238E27FC236}">
                  <a16:creationId xmlns:a16="http://schemas.microsoft.com/office/drawing/2014/main" id="{53A879E5-9A74-ADE4-9882-EF8A12EFD847}"/>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38" name="Google Shape;515;p16">
              <a:extLst>
                <a:ext uri="{FF2B5EF4-FFF2-40B4-BE49-F238E27FC236}">
                  <a16:creationId xmlns:a16="http://schemas.microsoft.com/office/drawing/2014/main" id="{B2A9248B-196F-6650-AF85-714D3CD1EE5F}"/>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 name="Google Shape;518;p16">
            <a:extLst>
              <a:ext uri="{FF2B5EF4-FFF2-40B4-BE49-F238E27FC236}">
                <a16:creationId xmlns:a16="http://schemas.microsoft.com/office/drawing/2014/main" id="{A60140C1-0E4C-59AF-A4E5-5E473D7A3181}"/>
              </a:ext>
            </a:extLst>
          </p:cNvPr>
          <p:cNvGrpSpPr/>
          <p:nvPr userDrawn="1"/>
        </p:nvGrpSpPr>
        <p:grpSpPr>
          <a:xfrm>
            <a:off x="13905373" y="1483453"/>
            <a:ext cx="564083" cy="564083"/>
            <a:chOff x="0" y="0"/>
            <a:chExt cx="812800" cy="812800"/>
          </a:xfrm>
        </p:grpSpPr>
        <p:sp>
          <p:nvSpPr>
            <p:cNvPr id="42" name="Google Shape;519;p16">
              <a:extLst>
                <a:ext uri="{FF2B5EF4-FFF2-40B4-BE49-F238E27FC236}">
                  <a16:creationId xmlns:a16="http://schemas.microsoft.com/office/drawing/2014/main" id="{3E6C65DE-BE00-46B1-4112-CFFAC12B0B2F}"/>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43" name="Google Shape;520;p16">
              <a:extLst>
                <a:ext uri="{FF2B5EF4-FFF2-40B4-BE49-F238E27FC236}">
                  <a16:creationId xmlns:a16="http://schemas.microsoft.com/office/drawing/2014/main" id="{A98F10CA-8C6C-6CC9-8B03-C13A9652946C}"/>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 name="Google Shape;521;p16">
            <a:extLst>
              <a:ext uri="{FF2B5EF4-FFF2-40B4-BE49-F238E27FC236}">
                <a16:creationId xmlns:a16="http://schemas.microsoft.com/office/drawing/2014/main" id="{212BDC1B-F336-65C0-0F3E-4567D0E51054}"/>
              </a:ext>
            </a:extLst>
          </p:cNvPr>
          <p:cNvGrpSpPr/>
          <p:nvPr userDrawn="1"/>
        </p:nvGrpSpPr>
        <p:grpSpPr>
          <a:xfrm>
            <a:off x="15299315" y="4240040"/>
            <a:ext cx="564092" cy="564092"/>
            <a:chOff x="0" y="0"/>
            <a:chExt cx="812800" cy="812800"/>
          </a:xfrm>
        </p:grpSpPr>
        <p:sp>
          <p:nvSpPr>
            <p:cNvPr id="73" name="Google Shape;522;p16">
              <a:extLst>
                <a:ext uri="{FF2B5EF4-FFF2-40B4-BE49-F238E27FC236}">
                  <a16:creationId xmlns:a16="http://schemas.microsoft.com/office/drawing/2014/main" id="{B29B9C01-9B3D-D82C-4E89-E174927EE3E3}"/>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74" name="Google Shape;523;p16">
              <a:extLst>
                <a:ext uri="{FF2B5EF4-FFF2-40B4-BE49-F238E27FC236}">
                  <a16:creationId xmlns:a16="http://schemas.microsoft.com/office/drawing/2014/main" id="{BD075408-B9BA-8A74-51A2-7D3CB746949C}"/>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75" name="Google Shape;524;p16">
            <a:extLst>
              <a:ext uri="{FF2B5EF4-FFF2-40B4-BE49-F238E27FC236}">
                <a16:creationId xmlns:a16="http://schemas.microsoft.com/office/drawing/2014/main" id="{3B1CEF40-64B9-5C37-5862-B16C35202A90}"/>
              </a:ext>
            </a:extLst>
          </p:cNvPr>
          <p:cNvPicPr preferRelativeResize="0"/>
          <p:nvPr userDrawn="1"/>
        </p:nvPicPr>
        <p:blipFill>
          <a:blip r:embed="rId3">
            <a:alphaModFix/>
          </a:blip>
          <a:stretch>
            <a:fillRect/>
          </a:stretch>
        </p:blipFill>
        <p:spPr>
          <a:xfrm>
            <a:off x="1533825" y="4550810"/>
            <a:ext cx="1082500" cy="1082500"/>
          </a:xfrm>
          <a:prstGeom prst="rect">
            <a:avLst/>
          </a:prstGeom>
          <a:noFill/>
          <a:ln>
            <a:noFill/>
          </a:ln>
        </p:spPr>
      </p:pic>
      <p:pic>
        <p:nvPicPr>
          <p:cNvPr id="76" name="Google Shape;525;p16">
            <a:extLst>
              <a:ext uri="{FF2B5EF4-FFF2-40B4-BE49-F238E27FC236}">
                <a16:creationId xmlns:a16="http://schemas.microsoft.com/office/drawing/2014/main" id="{436CC646-37A8-B4B9-7C53-FAD9C34C7D32}"/>
              </a:ext>
            </a:extLst>
          </p:cNvPr>
          <p:cNvPicPr preferRelativeResize="0"/>
          <p:nvPr userDrawn="1"/>
        </p:nvPicPr>
        <p:blipFill>
          <a:blip r:embed="rId4">
            <a:alphaModFix/>
          </a:blip>
          <a:stretch>
            <a:fillRect/>
          </a:stretch>
        </p:blipFill>
        <p:spPr>
          <a:xfrm>
            <a:off x="4514575" y="4565729"/>
            <a:ext cx="726500" cy="974721"/>
          </a:xfrm>
          <a:prstGeom prst="rect">
            <a:avLst/>
          </a:prstGeom>
          <a:noFill/>
          <a:ln>
            <a:noFill/>
          </a:ln>
        </p:spPr>
      </p:pic>
      <p:pic>
        <p:nvPicPr>
          <p:cNvPr id="77" name="Google Shape;526;p16">
            <a:extLst>
              <a:ext uri="{FF2B5EF4-FFF2-40B4-BE49-F238E27FC236}">
                <a16:creationId xmlns:a16="http://schemas.microsoft.com/office/drawing/2014/main" id="{7ADE41EA-6843-C85B-90B2-FD5A8A9E86BE}"/>
              </a:ext>
            </a:extLst>
          </p:cNvPr>
          <p:cNvPicPr preferRelativeResize="0"/>
          <p:nvPr userDrawn="1"/>
        </p:nvPicPr>
        <p:blipFill>
          <a:blip r:embed="rId5">
            <a:alphaModFix/>
          </a:blip>
          <a:stretch>
            <a:fillRect/>
          </a:stretch>
        </p:blipFill>
        <p:spPr>
          <a:xfrm>
            <a:off x="6981625" y="4569902"/>
            <a:ext cx="1082500" cy="1044294"/>
          </a:xfrm>
          <a:prstGeom prst="rect">
            <a:avLst/>
          </a:prstGeom>
          <a:noFill/>
          <a:ln>
            <a:noFill/>
          </a:ln>
        </p:spPr>
      </p:pic>
      <p:pic>
        <p:nvPicPr>
          <p:cNvPr id="78" name="Google Shape;527;p16">
            <a:extLst>
              <a:ext uri="{FF2B5EF4-FFF2-40B4-BE49-F238E27FC236}">
                <a16:creationId xmlns:a16="http://schemas.microsoft.com/office/drawing/2014/main" id="{FF0C0BCF-FB74-B228-DEB2-28B6AB9A4F81}"/>
              </a:ext>
            </a:extLst>
          </p:cNvPr>
          <p:cNvPicPr preferRelativeResize="0"/>
          <p:nvPr userDrawn="1"/>
        </p:nvPicPr>
        <p:blipFill>
          <a:blip r:embed="rId6">
            <a:alphaModFix/>
          </a:blip>
          <a:stretch>
            <a:fillRect/>
          </a:stretch>
        </p:blipFill>
        <p:spPr>
          <a:xfrm>
            <a:off x="9728950" y="4562963"/>
            <a:ext cx="1082500" cy="1058174"/>
          </a:xfrm>
          <a:prstGeom prst="rect">
            <a:avLst/>
          </a:prstGeom>
          <a:noFill/>
          <a:ln>
            <a:noFill/>
          </a:ln>
        </p:spPr>
      </p:pic>
      <p:sp>
        <p:nvSpPr>
          <p:cNvPr id="79" name="Google Shape;71;p4">
            <a:extLst>
              <a:ext uri="{FF2B5EF4-FFF2-40B4-BE49-F238E27FC236}">
                <a16:creationId xmlns:a16="http://schemas.microsoft.com/office/drawing/2014/main" id="{B154320C-66B9-5DF5-9FF1-E5F1A2134521}"/>
              </a:ext>
            </a:extLst>
          </p:cNvPr>
          <p:cNvSpPr txBox="1">
            <a:spLocks noGrp="1"/>
          </p:cNvSpPr>
          <p:nvPr>
            <p:ph type="title" hasCustomPrompt="1"/>
          </p:nvPr>
        </p:nvSpPr>
        <p:spPr>
          <a:xfrm>
            <a:off x="1550250" y="1536646"/>
            <a:ext cx="11915606" cy="21993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120, str</a:t>
            </a:r>
            <a:endParaRPr dirty="0"/>
          </a:p>
        </p:txBody>
      </p:sp>
      <p:sp>
        <p:nvSpPr>
          <p:cNvPr id="81" name="Text Placeholder 80">
            <a:extLst>
              <a:ext uri="{FF2B5EF4-FFF2-40B4-BE49-F238E27FC236}">
                <a16:creationId xmlns:a16="http://schemas.microsoft.com/office/drawing/2014/main" id="{0AB743D8-D4A7-52A7-DAEF-404BB358A05F}"/>
              </a:ext>
            </a:extLst>
          </p:cNvPr>
          <p:cNvSpPr>
            <a:spLocks noGrp="1"/>
          </p:cNvSpPr>
          <p:nvPr>
            <p:ph type="body" sz="quarter" idx="10" hasCustomPrompt="1"/>
          </p:nvPr>
        </p:nvSpPr>
        <p:spPr>
          <a:xfrm>
            <a:off x="1317625" y="6370638"/>
            <a:ext cx="13019088" cy="2803525"/>
          </a:xfrm>
        </p:spPr>
        <p:txBody>
          <a:bodyPr/>
          <a:lstStyle>
            <a:lvl1pPr marL="76200" indent="0">
              <a:buNone/>
              <a:defRPr>
                <a:latin typeface="Proxima Nova" panose="020B0604020202020204" charset="0"/>
              </a:defRPr>
            </a:lvl1pPr>
          </a:lstStyle>
          <a:p>
            <a:pPr lvl="0"/>
            <a:r>
              <a:rPr lang="en-US" dirty="0">
                <a:latin typeface="Proxima Nova" panose="020B0604020202020204" charset="0"/>
              </a:rPr>
              <a:t>Content, 450, str</a:t>
            </a:r>
            <a:endParaRPr lang="en-US" dirty="0"/>
          </a:p>
        </p:txBody>
      </p:sp>
    </p:spTree>
    <p:extLst>
      <p:ext uri="{BB962C8B-B14F-4D97-AF65-F5344CB8AC3E}">
        <p14:creationId xmlns:p14="http://schemas.microsoft.com/office/powerpoint/2010/main" val="63274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spTree>
      <p:nvGrpSpPr>
        <p:cNvPr id="1" name="Shape 73"/>
        <p:cNvGrpSpPr/>
        <p:nvPr/>
      </p:nvGrpSpPr>
      <p:grpSpPr>
        <a:xfrm>
          <a:off x="0" y="0"/>
          <a:ext cx="0" cy="0"/>
          <a:chOff x="0" y="0"/>
          <a:chExt cx="0" cy="0"/>
        </a:xfrm>
      </p:grpSpPr>
      <p:pic>
        <p:nvPicPr>
          <p:cNvPr id="2" name="Google Shape;532;p17">
            <a:extLst>
              <a:ext uri="{FF2B5EF4-FFF2-40B4-BE49-F238E27FC236}">
                <a16:creationId xmlns:a16="http://schemas.microsoft.com/office/drawing/2014/main" id="{767D0ECC-B18C-37E1-0A90-FFF65DEC0471}"/>
              </a:ext>
            </a:extLst>
          </p:cNvPr>
          <p:cNvPicPr preferRelativeResize="0"/>
          <p:nvPr userDrawn="1"/>
        </p:nvPicPr>
        <p:blipFill>
          <a:blip r:embed="rId2">
            <a:alphaModFix/>
          </a:blip>
          <a:stretch>
            <a:fillRect/>
          </a:stretch>
        </p:blipFill>
        <p:spPr>
          <a:xfrm>
            <a:off x="-3065250" y="-9643625"/>
            <a:ext cx="24024174" cy="29957898"/>
          </a:xfrm>
          <a:prstGeom prst="rect">
            <a:avLst/>
          </a:prstGeom>
          <a:noFill/>
          <a:ln>
            <a:noFill/>
          </a:ln>
        </p:spPr>
      </p:pic>
      <p:grpSp>
        <p:nvGrpSpPr>
          <p:cNvPr id="3" name="Google Shape;533;p17">
            <a:extLst>
              <a:ext uri="{FF2B5EF4-FFF2-40B4-BE49-F238E27FC236}">
                <a16:creationId xmlns:a16="http://schemas.microsoft.com/office/drawing/2014/main" id="{C3AE6F55-4907-58EB-0883-94FCAF20586B}"/>
              </a:ext>
            </a:extLst>
          </p:cNvPr>
          <p:cNvGrpSpPr/>
          <p:nvPr userDrawn="1"/>
        </p:nvGrpSpPr>
        <p:grpSpPr>
          <a:xfrm>
            <a:off x="599292" y="321471"/>
            <a:ext cx="17089416" cy="9463232"/>
            <a:chOff x="0" y="-241102"/>
            <a:chExt cx="22785889" cy="12617644"/>
          </a:xfrm>
        </p:grpSpPr>
        <p:grpSp>
          <p:nvGrpSpPr>
            <p:cNvPr id="4" name="Google Shape;534;p17">
              <a:extLst>
                <a:ext uri="{FF2B5EF4-FFF2-40B4-BE49-F238E27FC236}">
                  <a16:creationId xmlns:a16="http://schemas.microsoft.com/office/drawing/2014/main" id="{50A02450-2F6E-8119-9A06-A88EE4CC7B1E}"/>
                </a:ext>
              </a:extLst>
            </p:cNvPr>
            <p:cNvGrpSpPr/>
            <p:nvPr/>
          </p:nvGrpSpPr>
          <p:grpSpPr>
            <a:xfrm>
              <a:off x="0" y="-241102"/>
              <a:ext cx="22785889" cy="12617644"/>
              <a:chOff x="0" y="-47625"/>
              <a:chExt cx="4500916" cy="2492374"/>
            </a:xfrm>
          </p:grpSpPr>
          <p:sp>
            <p:nvSpPr>
              <p:cNvPr id="25" name="Google Shape;535;p17">
                <a:extLst>
                  <a:ext uri="{FF2B5EF4-FFF2-40B4-BE49-F238E27FC236}">
                    <a16:creationId xmlns:a16="http://schemas.microsoft.com/office/drawing/2014/main" id="{88A1E854-8FCB-48C5-ACCA-0166B9FA284F}"/>
                  </a:ext>
                </a:extLst>
              </p:cNvPr>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txBody>
              <a:bodyPr/>
              <a:lstStyle/>
              <a:p>
                <a:endParaRPr lang="en-US"/>
              </a:p>
            </p:txBody>
          </p:sp>
          <p:sp>
            <p:nvSpPr>
              <p:cNvPr id="26" name="Google Shape;536;p17">
                <a:extLst>
                  <a:ext uri="{FF2B5EF4-FFF2-40B4-BE49-F238E27FC236}">
                    <a16:creationId xmlns:a16="http://schemas.microsoft.com/office/drawing/2014/main" id="{ABFBE85F-5CBA-183F-B0E9-8F1D9FF8079F}"/>
                  </a:ext>
                </a:extLst>
              </p:cNvPr>
              <p:cNvSpPr txBox="1"/>
              <p:nvPr/>
            </p:nvSpPr>
            <p:spPr>
              <a:xfrm>
                <a:off x="0" y="-47625"/>
                <a:ext cx="4500916" cy="2492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 name="Google Shape;537;p17">
              <a:extLst>
                <a:ext uri="{FF2B5EF4-FFF2-40B4-BE49-F238E27FC236}">
                  <a16:creationId xmlns:a16="http://schemas.microsoft.com/office/drawing/2014/main" id="{7DF17121-E67F-BE1A-8626-ED4662F719C4}"/>
                </a:ext>
              </a:extLst>
            </p:cNvPr>
            <p:cNvCxnSpPr/>
            <p:nvPr/>
          </p:nvCxnSpPr>
          <p:spPr>
            <a:xfrm>
              <a:off x="7352182"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6" name="Google Shape;538;p17">
              <a:extLst>
                <a:ext uri="{FF2B5EF4-FFF2-40B4-BE49-F238E27FC236}">
                  <a16:creationId xmlns:a16="http://schemas.microsoft.com/office/drawing/2014/main" id="{2E86C687-AEDB-68D4-B129-8F30C3102ACF}"/>
                </a:ext>
              </a:extLst>
            </p:cNvPr>
            <p:cNvCxnSpPr/>
            <p:nvPr/>
          </p:nvCxnSpPr>
          <p:spPr>
            <a:xfrm>
              <a:off x="15433707"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7" name="Google Shape;539;p17">
              <a:extLst>
                <a:ext uri="{FF2B5EF4-FFF2-40B4-BE49-F238E27FC236}">
                  <a16:creationId xmlns:a16="http://schemas.microsoft.com/office/drawing/2014/main" id="{8B1818FF-9738-7442-E056-37B01AF127B6}"/>
                </a:ext>
              </a:extLst>
            </p:cNvPr>
            <p:cNvCxnSpPr/>
            <p:nvPr/>
          </p:nvCxnSpPr>
          <p:spPr>
            <a:xfrm>
              <a:off x="0" y="813022"/>
              <a:ext cx="22785889" cy="0"/>
            </a:xfrm>
            <a:prstGeom prst="straightConnector1">
              <a:avLst/>
            </a:prstGeom>
            <a:noFill/>
            <a:ln w="38100" cap="flat" cmpd="sng">
              <a:solidFill>
                <a:srgbClr val="000000"/>
              </a:solidFill>
              <a:prstDash val="solid"/>
              <a:round/>
              <a:headEnd type="none" w="sm" len="sm"/>
              <a:tailEnd type="none" w="sm" len="sm"/>
            </a:ln>
          </p:spPr>
        </p:cxnSp>
        <p:grpSp>
          <p:nvGrpSpPr>
            <p:cNvPr id="8" name="Google Shape;540;p17">
              <a:extLst>
                <a:ext uri="{FF2B5EF4-FFF2-40B4-BE49-F238E27FC236}">
                  <a16:creationId xmlns:a16="http://schemas.microsoft.com/office/drawing/2014/main" id="{B81C5B5A-F728-92CE-22A4-DB76D43ABEBC}"/>
                </a:ext>
              </a:extLst>
            </p:cNvPr>
            <p:cNvGrpSpPr/>
            <p:nvPr/>
          </p:nvGrpSpPr>
          <p:grpSpPr>
            <a:xfrm rot="-5400000">
              <a:off x="21891606" y="145130"/>
              <a:ext cx="478712" cy="506762"/>
              <a:chOff x="0" y="-47625"/>
              <a:chExt cx="812800" cy="860425"/>
            </a:xfrm>
          </p:grpSpPr>
          <p:sp>
            <p:nvSpPr>
              <p:cNvPr id="23" name="Google Shape;541;p17">
                <a:extLst>
                  <a:ext uri="{FF2B5EF4-FFF2-40B4-BE49-F238E27FC236}">
                    <a16:creationId xmlns:a16="http://schemas.microsoft.com/office/drawing/2014/main" id="{4338FACA-650B-4157-CB35-DA4BD3006787}"/>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4" name="Google Shape;542;p17">
                <a:extLst>
                  <a:ext uri="{FF2B5EF4-FFF2-40B4-BE49-F238E27FC236}">
                    <a16:creationId xmlns:a16="http://schemas.microsoft.com/office/drawing/2014/main" id="{5825B30E-7C37-953E-8D70-3009B30DD39E}"/>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 name="Google Shape;543;p17">
              <a:extLst>
                <a:ext uri="{FF2B5EF4-FFF2-40B4-BE49-F238E27FC236}">
                  <a16:creationId xmlns:a16="http://schemas.microsoft.com/office/drawing/2014/main" id="{810EEB2B-1B87-AC49-3C0A-88702B9A1707}"/>
                </a:ext>
              </a:extLst>
            </p:cNvPr>
            <p:cNvGrpSpPr/>
            <p:nvPr/>
          </p:nvGrpSpPr>
          <p:grpSpPr>
            <a:xfrm rot="5400000">
              <a:off x="19512199" y="141500"/>
              <a:ext cx="478712" cy="506762"/>
              <a:chOff x="0" y="-47625"/>
              <a:chExt cx="812800" cy="860425"/>
            </a:xfrm>
          </p:grpSpPr>
          <p:sp>
            <p:nvSpPr>
              <p:cNvPr id="21" name="Google Shape;544;p17">
                <a:extLst>
                  <a:ext uri="{FF2B5EF4-FFF2-40B4-BE49-F238E27FC236}">
                    <a16:creationId xmlns:a16="http://schemas.microsoft.com/office/drawing/2014/main" id="{FFDD9785-3990-AF7B-1F98-C8527AB66D5C}"/>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2" name="Google Shape;545;p17">
                <a:extLst>
                  <a:ext uri="{FF2B5EF4-FFF2-40B4-BE49-F238E27FC236}">
                    <a16:creationId xmlns:a16="http://schemas.microsoft.com/office/drawing/2014/main" id="{287EFA61-4256-9CB6-321E-A0609DAA2D9D}"/>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 name="Google Shape;548;p17">
              <a:extLst>
                <a:ext uri="{FF2B5EF4-FFF2-40B4-BE49-F238E27FC236}">
                  <a16:creationId xmlns:a16="http://schemas.microsoft.com/office/drawing/2014/main" id="{5AE077A8-8D2C-B9DD-189F-CCFAE8EF92E1}"/>
                </a:ext>
              </a:extLst>
            </p:cNvPr>
            <p:cNvGrpSpPr/>
            <p:nvPr/>
          </p:nvGrpSpPr>
          <p:grpSpPr>
            <a:xfrm>
              <a:off x="132942" y="103353"/>
              <a:ext cx="585476" cy="585476"/>
              <a:chOff x="0" y="0"/>
              <a:chExt cx="812800" cy="812800"/>
            </a:xfrm>
          </p:grpSpPr>
          <p:sp>
            <p:nvSpPr>
              <p:cNvPr id="19" name="Google Shape;549;p17">
                <a:extLst>
                  <a:ext uri="{FF2B5EF4-FFF2-40B4-BE49-F238E27FC236}">
                    <a16:creationId xmlns:a16="http://schemas.microsoft.com/office/drawing/2014/main" id="{59F35F0D-1DDA-B658-8596-E8F056BA2F22}"/>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0" name="Google Shape;550;p17">
                <a:extLst>
                  <a:ext uri="{FF2B5EF4-FFF2-40B4-BE49-F238E27FC236}">
                    <a16:creationId xmlns:a16="http://schemas.microsoft.com/office/drawing/2014/main" id="{2674B814-15C9-5D1E-D33B-ACB01D2623AC}"/>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551;p17">
              <a:extLst>
                <a:ext uri="{FF2B5EF4-FFF2-40B4-BE49-F238E27FC236}">
                  <a16:creationId xmlns:a16="http://schemas.microsoft.com/office/drawing/2014/main" id="{9371CB7E-BF63-84DA-B105-3E325934B4EF}"/>
                </a:ext>
              </a:extLst>
            </p:cNvPr>
            <p:cNvGrpSpPr/>
            <p:nvPr/>
          </p:nvGrpSpPr>
          <p:grpSpPr>
            <a:xfrm>
              <a:off x="819773" y="103353"/>
              <a:ext cx="585476" cy="585476"/>
              <a:chOff x="0" y="0"/>
              <a:chExt cx="812800" cy="812800"/>
            </a:xfrm>
          </p:grpSpPr>
          <p:sp>
            <p:nvSpPr>
              <p:cNvPr id="17" name="Google Shape;552;p17">
                <a:extLst>
                  <a:ext uri="{FF2B5EF4-FFF2-40B4-BE49-F238E27FC236}">
                    <a16:creationId xmlns:a16="http://schemas.microsoft.com/office/drawing/2014/main" id="{57FA2CD8-FEA1-3F47-03AC-F84A9A599EB7}"/>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txBody>
              <a:bodyPr/>
              <a:lstStyle/>
              <a:p>
                <a:endParaRPr lang="en-US"/>
              </a:p>
            </p:txBody>
          </p:sp>
          <p:sp>
            <p:nvSpPr>
              <p:cNvPr id="18" name="Google Shape;553;p17">
                <a:extLst>
                  <a:ext uri="{FF2B5EF4-FFF2-40B4-BE49-F238E27FC236}">
                    <a16:creationId xmlns:a16="http://schemas.microsoft.com/office/drawing/2014/main" id="{90DF4114-7312-729A-4A43-670F9E2EF7C7}"/>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554;p17">
              <a:extLst>
                <a:ext uri="{FF2B5EF4-FFF2-40B4-BE49-F238E27FC236}">
                  <a16:creationId xmlns:a16="http://schemas.microsoft.com/office/drawing/2014/main" id="{A4E31E01-E788-606A-D4BA-B03941ED6778}"/>
                </a:ext>
              </a:extLst>
            </p:cNvPr>
            <p:cNvGrpSpPr/>
            <p:nvPr/>
          </p:nvGrpSpPr>
          <p:grpSpPr>
            <a:xfrm>
              <a:off x="1506605" y="103353"/>
              <a:ext cx="585476" cy="585476"/>
              <a:chOff x="0" y="0"/>
              <a:chExt cx="812800" cy="812800"/>
            </a:xfrm>
          </p:grpSpPr>
          <p:sp>
            <p:nvSpPr>
              <p:cNvPr id="15" name="Google Shape;555;p17">
                <a:extLst>
                  <a:ext uri="{FF2B5EF4-FFF2-40B4-BE49-F238E27FC236}">
                    <a16:creationId xmlns:a16="http://schemas.microsoft.com/office/drawing/2014/main" id="{CB29D6C7-53D8-9B77-1A60-17496FB18063}"/>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txBody>
              <a:bodyPr/>
              <a:lstStyle/>
              <a:p>
                <a:endParaRPr lang="en-US"/>
              </a:p>
            </p:txBody>
          </p:sp>
          <p:sp>
            <p:nvSpPr>
              <p:cNvPr id="16" name="Google Shape;556;p17">
                <a:extLst>
                  <a:ext uri="{FF2B5EF4-FFF2-40B4-BE49-F238E27FC236}">
                    <a16:creationId xmlns:a16="http://schemas.microsoft.com/office/drawing/2014/main" id="{9F6C1590-72B6-87E2-DF26-BF3895BEC0A4}"/>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9" name="Google Shape;559;p17">
            <a:extLst>
              <a:ext uri="{FF2B5EF4-FFF2-40B4-BE49-F238E27FC236}">
                <a16:creationId xmlns:a16="http://schemas.microsoft.com/office/drawing/2014/main" id="{24ED621E-EA74-BCDC-E265-F41377D379E5}"/>
              </a:ext>
            </a:extLst>
          </p:cNvPr>
          <p:cNvGrpSpPr/>
          <p:nvPr userDrawn="1"/>
        </p:nvGrpSpPr>
        <p:grpSpPr>
          <a:xfrm>
            <a:off x="10956703" y="3513688"/>
            <a:ext cx="564092" cy="564092"/>
            <a:chOff x="0" y="0"/>
            <a:chExt cx="812800" cy="812800"/>
          </a:xfrm>
        </p:grpSpPr>
        <p:sp>
          <p:nvSpPr>
            <p:cNvPr id="30" name="Google Shape;560;p17">
              <a:extLst>
                <a:ext uri="{FF2B5EF4-FFF2-40B4-BE49-F238E27FC236}">
                  <a16:creationId xmlns:a16="http://schemas.microsoft.com/office/drawing/2014/main" id="{C27C4758-C383-A909-F7C5-4490D3E3A33B}"/>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31" name="Google Shape;561;p17">
              <a:extLst>
                <a:ext uri="{FF2B5EF4-FFF2-40B4-BE49-F238E27FC236}">
                  <a16:creationId xmlns:a16="http://schemas.microsoft.com/office/drawing/2014/main" id="{496A30CB-875E-3BA9-749D-A17543B2ED9F}"/>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 name="Google Shape;562;p17">
            <a:extLst>
              <a:ext uri="{FF2B5EF4-FFF2-40B4-BE49-F238E27FC236}">
                <a16:creationId xmlns:a16="http://schemas.microsoft.com/office/drawing/2014/main" id="{34093F93-AEDB-0C27-17AE-0BE1BC6B8EDC}"/>
              </a:ext>
            </a:extLst>
          </p:cNvPr>
          <p:cNvGrpSpPr/>
          <p:nvPr userDrawn="1"/>
        </p:nvGrpSpPr>
        <p:grpSpPr>
          <a:xfrm>
            <a:off x="16513808" y="8413985"/>
            <a:ext cx="564092" cy="564092"/>
            <a:chOff x="0" y="0"/>
            <a:chExt cx="812800" cy="812800"/>
          </a:xfrm>
        </p:grpSpPr>
        <p:sp>
          <p:nvSpPr>
            <p:cNvPr id="33" name="Google Shape;563;p17">
              <a:extLst>
                <a:ext uri="{FF2B5EF4-FFF2-40B4-BE49-F238E27FC236}">
                  <a16:creationId xmlns:a16="http://schemas.microsoft.com/office/drawing/2014/main" id="{084079C8-20B1-90A2-C147-CC349973C444}"/>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34" name="Google Shape;564;p17">
              <a:extLst>
                <a:ext uri="{FF2B5EF4-FFF2-40B4-BE49-F238E27FC236}">
                  <a16:creationId xmlns:a16="http://schemas.microsoft.com/office/drawing/2014/main" id="{E0FD5D20-5685-C4A2-3020-3CC7C603D0C9}"/>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 name="Google Shape;71;p4">
            <a:extLst>
              <a:ext uri="{FF2B5EF4-FFF2-40B4-BE49-F238E27FC236}">
                <a16:creationId xmlns:a16="http://schemas.microsoft.com/office/drawing/2014/main" id="{DCB3AC54-D3C1-2F06-6C9B-E3FA939A2027}"/>
              </a:ext>
            </a:extLst>
          </p:cNvPr>
          <p:cNvSpPr txBox="1">
            <a:spLocks noGrp="1"/>
          </p:cNvSpPr>
          <p:nvPr>
            <p:ph type="title" hasCustomPrompt="1"/>
          </p:nvPr>
        </p:nvSpPr>
        <p:spPr>
          <a:xfrm>
            <a:off x="1317038" y="1258690"/>
            <a:ext cx="11915606" cy="21993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120, str</a:t>
            </a:r>
            <a:endParaRPr dirty="0"/>
          </a:p>
        </p:txBody>
      </p:sp>
      <p:sp>
        <p:nvSpPr>
          <p:cNvPr id="40" name="Text Placeholder 39">
            <a:extLst>
              <a:ext uri="{FF2B5EF4-FFF2-40B4-BE49-F238E27FC236}">
                <a16:creationId xmlns:a16="http://schemas.microsoft.com/office/drawing/2014/main" id="{DA5278FD-2535-2271-B8AC-CA909597AB20}"/>
              </a:ext>
            </a:extLst>
          </p:cNvPr>
          <p:cNvSpPr>
            <a:spLocks noGrp="1"/>
          </p:cNvSpPr>
          <p:nvPr>
            <p:ph type="body" sz="quarter" idx="10" hasCustomPrompt="1"/>
          </p:nvPr>
        </p:nvSpPr>
        <p:spPr>
          <a:xfrm>
            <a:off x="1317625" y="3944938"/>
            <a:ext cx="9318625" cy="5229225"/>
          </a:xfrm>
        </p:spPr>
        <p:txBody>
          <a:bodyPr/>
          <a:lstStyle>
            <a:lvl1pPr>
              <a:defRPr>
                <a:latin typeface="Proxima Nova" panose="020B0604020202020204" charset="0"/>
              </a:defRPr>
            </a:lvl1pPr>
          </a:lstStyle>
          <a:p>
            <a:pPr lvl="0"/>
            <a:r>
              <a:rPr lang="en-US" dirty="0"/>
              <a:t>Content, 500, str</a:t>
            </a:r>
          </a:p>
        </p:txBody>
      </p:sp>
      <p:sp>
        <p:nvSpPr>
          <p:cNvPr id="42" name="Picture Placeholder 41">
            <a:extLst>
              <a:ext uri="{FF2B5EF4-FFF2-40B4-BE49-F238E27FC236}">
                <a16:creationId xmlns:a16="http://schemas.microsoft.com/office/drawing/2014/main" id="{1C7124AC-0BDA-4225-9423-88FC5CA913D4}"/>
              </a:ext>
            </a:extLst>
          </p:cNvPr>
          <p:cNvSpPr>
            <a:spLocks noGrp="1"/>
          </p:cNvSpPr>
          <p:nvPr>
            <p:ph type="pic" sz="quarter" idx="11" hasCustomPrompt="1"/>
          </p:nvPr>
        </p:nvSpPr>
        <p:spPr>
          <a:xfrm>
            <a:off x="11397361" y="3795734"/>
            <a:ext cx="5248656" cy="5244322"/>
          </a:xfrm>
          <a:prstGeom prst="ellipse">
            <a:avLst/>
          </a:prstGeom>
          <a:ln w="57150">
            <a:solidFill>
              <a:schemeClr val="tx1"/>
            </a:solidFill>
          </a:ln>
        </p:spPr>
        <p:txBody>
          <a:bodyPr/>
          <a:lstStyle>
            <a:lvl1pPr marL="76200" indent="0">
              <a:buNone/>
              <a:defRPr/>
            </a:lvl1pPr>
          </a:lstStyle>
          <a:p>
            <a:r>
              <a:rPr lang="en-US" dirty="0"/>
              <a:t>Image, 0, </a:t>
            </a:r>
            <a:r>
              <a:rPr lang="en-US" dirty="0" err="1"/>
              <a:t>img</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preserve="1" userDrawn="1">
  <p:cSld name="1_Section Header">
    <p:spTree>
      <p:nvGrpSpPr>
        <p:cNvPr id="1" name="Shape 73"/>
        <p:cNvGrpSpPr/>
        <p:nvPr/>
      </p:nvGrpSpPr>
      <p:grpSpPr>
        <a:xfrm>
          <a:off x="0" y="0"/>
          <a:ext cx="0" cy="0"/>
          <a:chOff x="0" y="0"/>
          <a:chExt cx="0" cy="0"/>
        </a:xfrm>
      </p:grpSpPr>
      <p:pic>
        <p:nvPicPr>
          <p:cNvPr id="2" name="Google Shape;532;p17">
            <a:extLst>
              <a:ext uri="{FF2B5EF4-FFF2-40B4-BE49-F238E27FC236}">
                <a16:creationId xmlns:a16="http://schemas.microsoft.com/office/drawing/2014/main" id="{767D0ECC-B18C-37E1-0A90-FFF65DEC0471}"/>
              </a:ext>
            </a:extLst>
          </p:cNvPr>
          <p:cNvPicPr preferRelativeResize="0"/>
          <p:nvPr userDrawn="1"/>
        </p:nvPicPr>
        <p:blipFill>
          <a:blip r:embed="rId2">
            <a:alphaModFix/>
          </a:blip>
          <a:stretch>
            <a:fillRect/>
          </a:stretch>
        </p:blipFill>
        <p:spPr>
          <a:xfrm>
            <a:off x="-3065250" y="-9643625"/>
            <a:ext cx="24024174" cy="29957898"/>
          </a:xfrm>
          <a:prstGeom prst="rect">
            <a:avLst/>
          </a:prstGeom>
          <a:noFill/>
          <a:ln>
            <a:noFill/>
          </a:ln>
        </p:spPr>
      </p:pic>
      <p:grpSp>
        <p:nvGrpSpPr>
          <p:cNvPr id="3" name="Google Shape;533;p17">
            <a:extLst>
              <a:ext uri="{FF2B5EF4-FFF2-40B4-BE49-F238E27FC236}">
                <a16:creationId xmlns:a16="http://schemas.microsoft.com/office/drawing/2014/main" id="{C3AE6F55-4907-58EB-0883-94FCAF20586B}"/>
              </a:ext>
            </a:extLst>
          </p:cNvPr>
          <p:cNvGrpSpPr/>
          <p:nvPr userDrawn="1"/>
        </p:nvGrpSpPr>
        <p:grpSpPr>
          <a:xfrm>
            <a:off x="599292" y="321471"/>
            <a:ext cx="17089416" cy="9463232"/>
            <a:chOff x="0" y="-241102"/>
            <a:chExt cx="22785889" cy="12617644"/>
          </a:xfrm>
        </p:grpSpPr>
        <p:grpSp>
          <p:nvGrpSpPr>
            <p:cNvPr id="4" name="Google Shape;534;p17">
              <a:extLst>
                <a:ext uri="{FF2B5EF4-FFF2-40B4-BE49-F238E27FC236}">
                  <a16:creationId xmlns:a16="http://schemas.microsoft.com/office/drawing/2014/main" id="{50A02450-2F6E-8119-9A06-A88EE4CC7B1E}"/>
                </a:ext>
              </a:extLst>
            </p:cNvPr>
            <p:cNvGrpSpPr/>
            <p:nvPr/>
          </p:nvGrpSpPr>
          <p:grpSpPr>
            <a:xfrm>
              <a:off x="0" y="-241102"/>
              <a:ext cx="22785889" cy="12617644"/>
              <a:chOff x="0" y="-47625"/>
              <a:chExt cx="4500916" cy="2492374"/>
            </a:xfrm>
          </p:grpSpPr>
          <p:sp>
            <p:nvSpPr>
              <p:cNvPr id="25" name="Google Shape;535;p17">
                <a:extLst>
                  <a:ext uri="{FF2B5EF4-FFF2-40B4-BE49-F238E27FC236}">
                    <a16:creationId xmlns:a16="http://schemas.microsoft.com/office/drawing/2014/main" id="{88A1E854-8FCB-48C5-ACCA-0166B9FA284F}"/>
                  </a:ext>
                </a:extLst>
              </p:cNvPr>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txBody>
              <a:bodyPr/>
              <a:lstStyle/>
              <a:p>
                <a:endParaRPr lang="en-US"/>
              </a:p>
            </p:txBody>
          </p:sp>
          <p:sp>
            <p:nvSpPr>
              <p:cNvPr id="26" name="Google Shape;536;p17">
                <a:extLst>
                  <a:ext uri="{FF2B5EF4-FFF2-40B4-BE49-F238E27FC236}">
                    <a16:creationId xmlns:a16="http://schemas.microsoft.com/office/drawing/2014/main" id="{ABFBE85F-5CBA-183F-B0E9-8F1D9FF8079F}"/>
                  </a:ext>
                </a:extLst>
              </p:cNvPr>
              <p:cNvSpPr txBox="1"/>
              <p:nvPr/>
            </p:nvSpPr>
            <p:spPr>
              <a:xfrm>
                <a:off x="0" y="-47625"/>
                <a:ext cx="4500916" cy="2492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 name="Google Shape;537;p17">
              <a:extLst>
                <a:ext uri="{FF2B5EF4-FFF2-40B4-BE49-F238E27FC236}">
                  <a16:creationId xmlns:a16="http://schemas.microsoft.com/office/drawing/2014/main" id="{7DF17121-E67F-BE1A-8626-ED4662F719C4}"/>
                </a:ext>
              </a:extLst>
            </p:cNvPr>
            <p:cNvCxnSpPr/>
            <p:nvPr/>
          </p:nvCxnSpPr>
          <p:spPr>
            <a:xfrm>
              <a:off x="7352182"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6" name="Google Shape;538;p17">
              <a:extLst>
                <a:ext uri="{FF2B5EF4-FFF2-40B4-BE49-F238E27FC236}">
                  <a16:creationId xmlns:a16="http://schemas.microsoft.com/office/drawing/2014/main" id="{2E86C687-AEDB-68D4-B129-8F30C3102ACF}"/>
                </a:ext>
              </a:extLst>
            </p:cNvPr>
            <p:cNvCxnSpPr/>
            <p:nvPr/>
          </p:nvCxnSpPr>
          <p:spPr>
            <a:xfrm>
              <a:off x="15433707"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7" name="Google Shape;539;p17">
              <a:extLst>
                <a:ext uri="{FF2B5EF4-FFF2-40B4-BE49-F238E27FC236}">
                  <a16:creationId xmlns:a16="http://schemas.microsoft.com/office/drawing/2014/main" id="{8B1818FF-9738-7442-E056-37B01AF127B6}"/>
                </a:ext>
              </a:extLst>
            </p:cNvPr>
            <p:cNvCxnSpPr/>
            <p:nvPr/>
          </p:nvCxnSpPr>
          <p:spPr>
            <a:xfrm>
              <a:off x="0" y="813022"/>
              <a:ext cx="22785889" cy="0"/>
            </a:xfrm>
            <a:prstGeom prst="straightConnector1">
              <a:avLst/>
            </a:prstGeom>
            <a:noFill/>
            <a:ln w="38100" cap="flat" cmpd="sng">
              <a:solidFill>
                <a:srgbClr val="000000"/>
              </a:solidFill>
              <a:prstDash val="solid"/>
              <a:round/>
              <a:headEnd type="none" w="sm" len="sm"/>
              <a:tailEnd type="none" w="sm" len="sm"/>
            </a:ln>
          </p:spPr>
        </p:cxnSp>
        <p:grpSp>
          <p:nvGrpSpPr>
            <p:cNvPr id="8" name="Google Shape;540;p17">
              <a:extLst>
                <a:ext uri="{FF2B5EF4-FFF2-40B4-BE49-F238E27FC236}">
                  <a16:creationId xmlns:a16="http://schemas.microsoft.com/office/drawing/2014/main" id="{B81C5B5A-F728-92CE-22A4-DB76D43ABEBC}"/>
                </a:ext>
              </a:extLst>
            </p:cNvPr>
            <p:cNvGrpSpPr/>
            <p:nvPr/>
          </p:nvGrpSpPr>
          <p:grpSpPr>
            <a:xfrm rot="-5400000">
              <a:off x="21891606" y="145130"/>
              <a:ext cx="478712" cy="506762"/>
              <a:chOff x="0" y="-47625"/>
              <a:chExt cx="812800" cy="860425"/>
            </a:xfrm>
          </p:grpSpPr>
          <p:sp>
            <p:nvSpPr>
              <p:cNvPr id="23" name="Google Shape;541;p17">
                <a:extLst>
                  <a:ext uri="{FF2B5EF4-FFF2-40B4-BE49-F238E27FC236}">
                    <a16:creationId xmlns:a16="http://schemas.microsoft.com/office/drawing/2014/main" id="{4338FACA-650B-4157-CB35-DA4BD3006787}"/>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4" name="Google Shape;542;p17">
                <a:extLst>
                  <a:ext uri="{FF2B5EF4-FFF2-40B4-BE49-F238E27FC236}">
                    <a16:creationId xmlns:a16="http://schemas.microsoft.com/office/drawing/2014/main" id="{5825B30E-7C37-953E-8D70-3009B30DD39E}"/>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 name="Google Shape;543;p17">
              <a:extLst>
                <a:ext uri="{FF2B5EF4-FFF2-40B4-BE49-F238E27FC236}">
                  <a16:creationId xmlns:a16="http://schemas.microsoft.com/office/drawing/2014/main" id="{810EEB2B-1B87-AC49-3C0A-88702B9A1707}"/>
                </a:ext>
              </a:extLst>
            </p:cNvPr>
            <p:cNvGrpSpPr/>
            <p:nvPr/>
          </p:nvGrpSpPr>
          <p:grpSpPr>
            <a:xfrm rot="5400000">
              <a:off x="19512199" y="141500"/>
              <a:ext cx="478712" cy="506762"/>
              <a:chOff x="0" y="-47625"/>
              <a:chExt cx="812800" cy="860425"/>
            </a:xfrm>
          </p:grpSpPr>
          <p:sp>
            <p:nvSpPr>
              <p:cNvPr id="21" name="Google Shape;544;p17">
                <a:extLst>
                  <a:ext uri="{FF2B5EF4-FFF2-40B4-BE49-F238E27FC236}">
                    <a16:creationId xmlns:a16="http://schemas.microsoft.com/office/drawing/2014/main" id="{FFDD9785-3990-AF7B-1F98-C8527AB66D5C}"/>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2" name="Google Shape;545;p17">
                <a:extLst>
                  <a:ext uri="{FF2B5EF4-FFF2-40B4-BE49-F238E27FC236}">
                    <a16:creationId xmlns:a16="http://schemas.microsoft.com/office/drawing/2014/main" id="{287EFA61-4256-9CB6-321E-A0609DAA2D9D}"/>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 name="Google Shape;548;p17">
              <a:extLst>
                <a:ext uri="{FF2B5EF4-FFF2-40B4-BE49-F238E27FC236}">
                  <a16:creationId xmlns:a16="http://schemas.microsoft.com/office/drawing/2014/main" id="{5AE077A8-8D2C-B9DD-189F-CCFAE8EF92E1}"/>
                </a:ext>
              </a:extLst>
            </p:cNvPr>
            <p:cNvGrpSpPr/>
            <p:nvPr/>
          </p:nvGrpSpPr>
          <p:grpSpPr>
            <a:xfrm>
              <a:off x="132942" y="103353"/>
              <a:ext cx="585476" cy="585476"/>
              <a:chOff x="0" y="0"/>
              <a:chExt cx="812800" cy="812800"/>
            </a:xfrm>
          </p:grpSpPr>
          <p:sp>
            <p:nvSpPr>
              <p:cNvPr id="19" name="Google Shape;549;p17">
                <a:extLst>
                  <a:ext uri="{FF2B5EF4-FFF2-40B4-BE49-F238E27FC236}">
                    <a16:creationId xmlns:a16="http://schemas.microsoft.com/office/drawing/2014/main" id="{59F35F0D-1DDA-B658-8596-E8F056BA2F22}"/>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0" name="Google Shape;550;p17">
                <a:extLst>
                  <a:ext uri="{FF2B5EF4-FFF2-40B4-BE49-F238E27FC236}">
                    <a16:creationId xmlns:a16="http://schemas.microsoft.com/office/drawing/2014/main" id="{2674B814-15C9-5D1E-D33B-ACB01D2623AC}"/>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551;p17">
              <a:extLst>
                <a:ext uri="{FF2B5EF4-FFF2-40B4-BE49-F238E27FC236}">
                  <a16:creationId xmlns:a16="http://schemas.microsoft.com/office/drawing/2014/main" id="{9371CB7E-BF63-84DA-B105-3E325934B4EF}"/>
                </a:ext>
              </a:extLst>
            </p:cNvPr>
            <p:cNvGrpSpPr/>
            <p:nvPr/>
          </p:nvGrpSpPr>
          <p:grpSpPr>
            <a:xfrm>
              <a:off x="819773" y="103353"/>
              <a:ext cx="585476" cy="585476"/>
              <a:chOff x="0" y="0"/>
              <a:chExt cx="812800" cy="812800"/>
            </a:xfrm>
          </p:grpSpPr>
          <p:sp>
            <p:nvSpPr>
              <p:cNvPr id="17" name="Google Shape;552;p17">
                <a:extLst>
                  <a:ext uri="{FF2B5EF4-FFF2-40B4-BE49-F238E27FC236}">
                    <a16:creationId xmlns:a16="http://schemas.microsoft.com/office/drawing/2014/main" id="{57FA2CD8-FEA1-3F47-03AC-F84A9A599EB7}"/>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txBody>
              <a:bodyPr/>
              <a:lstStyle/>
              <a:p>
                <a:endParaRPr lang="en-US"/>
              </a:p>
            </p:txBody>
          </p:sp>
          <p:sp>
            <p:nvSpPr>
              <p:cNvPr id="18" name="Google Shape;553;p17">
                <a:extLst>
                  <a:ext uri="{FF2B5EF4-FFF2-40B4-BE49-F238E27FC236}">
                    <a16:creationId xmlns:a16="http://schemas.microsoft.com/office/drawing/2014/main" id="{90DF4114-7312-729A-4A43-670F9E2EF7C7}"/>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554;p17">
              <a:extLst>
                <a:ext uri="{FF2B5EF4-FFF2-40B4-BE49-F238E27FC236}">
                  <a16:creationId xmlns:a16="http://schemas.microsoft.com/office/drawing/2014/main" id="{A4E31E01-E788-606A-D4BA-B03941ED6778}"/>
                </a:ext>
              </a:extLst>
            </p:cNvPr>
            <p:cNvGrpSpPr/>
            <p:nvPr/>
          </p:nvGrpSpPr>
          <p:grpSpPr>
            <a:xfrm>
              <a:off x="1506605" y="103353"/>
              <a:ext cx="585476" cy="585476"/>
              <a:chOff x="0" y="0"/>
              <a:chExt cx="812800" cy="812800"/>
            </a:xfrm>
          </p:grpSpPr>
          <p:sp>
            <p:nvSpPr>
              <p:cNvPr id="15" name="Google Shape;555;p17">
                <a:extLst>
                  <a:ext uri="{FF2B5EF4-FFF2-40B4-BE49-F238E27FC236}">
                    <a16:creationId xmlns:a16="http://schemas.microsoft.com/office/drawing/2014/main" id="{CB29D6C7-53D8-9B77-1A60-17496FB18063}"/>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txBody>
              <a:bodyPr/>
              <a:lstStyle/>
              <a:p>
                <a:endParaRPr lang="en-US"/>
              </a:p>
            </p:txBody>
          </p:sp>
          <p:sp>
            <p:nvSpPr>
              <p:cNvPr id="16" name="Google Shape;556;p17">
                <a:extLst>
                  <a:ext uri="{FF2B5EF4-FFF2-40B4-BE49-F238E27FC236}">
                    <a16:creationId xmlns:a16="http://schemas.microsoft.com/office/drawing/2014/main" id="{9F6C1590-72B6-87E2-DF26-BF3895BEC0A4}"/>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9" name="Google Shape;559;p17">
            <a:extLst>
              <a:ext uri="{FF2B5EF4-FFF2-40B4-BE49-F238E27FC236}">
                <a16:creationId xmlns:a16="http://schemas.microsoft.com/office/drawing/2014/main" id="{24ED621E-EA74-BCDC-E265-F41377D379E5}"/>
              </a:ext>
            </a:extLst>
          </p:cNvPr>
          <p:cNvGrpSpPr/>
          <p:nvPr userDrawn="1"/>
        </p:nvGrpSpPr>
        <p:grpSpPr>
          <a:xfrm>
            <a:off x="10956703" y="3513688"/>
            <a:ext cx="564092" cy="564092"/>
            <a:chOff x="0" y="0"/>
            <a:chExt cx="812800" cy="812800"/>
          </a:xfrm>
        </p:grpSpPr>
        <p:sp>
          <p:nvSpPr>
            <p:cNvPr id="30" name="Google Shape;560;p17">
              <a:extLst>
                <a:ext uri="{FF2B5EF4-FFF2-40B4-BE49-F238E27FC236}">
                  <a16:creationId xmlns:a16="http://schemas.microsoft.com/office/drawing/2014/main" id="{C27C4758-C383-A909-F7C5-4490D3E3A33B}"/>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31" name="Google Shape;561;p17">
              <a:extLst>
                <a:ext uri="{FF2B5EF4-FFF2-40B4-BE49-F238E27FC236}">
                  <a16:creationId xmlns:a16="http://schemas.microsoft.com/office/drawing/2014/main" id="{496A30CB-875E-3BA9-749D-A17543B2ED9F}"/>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 name="Google Shape;562;p17">
            <a:extLst>
              <a:ext uri="{FF2B5EF4-FFF2-40B4-BE49-F238E27FC236}">
                <a16:creationId xmlns:a16="http://schemas.microsoft.com/office/drawing/2014/main" id="{34093F93-AEDB-0C27-17AE-0BE1BC6B8EDC}"/>
              </a:ext>
            </a:extLst>
          </p:cNvPr>
          <p:cNvGrpSpPr/>
          <p:nvPr userDrawn="1"/>
        </p:nvGrpSpPr>
        <p:grpSpPr>
          <a:xfrm>
            <a:off x="16513808" y="8413985"/>
            <a:ext cx="564092" cy="564092"/>
            <a:chOff x="0" y="0"/>
            <a:chExt cx="812800" cy="812800"/>
          </a:xfrm>
        </p:grpSpPr>
        <p:sp>
          <p:nvSpPr>
            <p:cNvPr id="33" name="Google Shape;563;p17">
              <a:extLst>
                <a:ext uri="{FF2B5EF4-FFF2-40B4-BE49-F238E27FC236}">
                  <a16:creationId xmlns:a16="http://schemas.microsoft.com/office/drawing/2014/main" id="{084079C8-20B1-90A2-C147-CC349973C444}"/>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34" name="Google Shape;564;p17">
              <a:extLst>
                <a:ext uri="{FF2B5EF4-FFF2-40B4-BE49-F238E27FC236}">
                  <a16:creationId xmlns:a16="http://schemas.microsoft.com/office/drawing/2014/main" id="{E0FD5D20-5685-C4A2-3020-3CC7C603D0C9}"/>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 name="Google Shape;71;p4">
            <a:extLst>
              <a:ext uri="{FF2B5EF4-FFF2-40B4-BE49-F238E27FC236}">
                <a16:creationId xmlns:a16="http://schemas.microsoft.com/office/drawing/2014/main" id="{DCB3AC54-D3C1-2F06-6C9B-E3FA939A2027}"/>
              </a:ext>
            </a:extLst>
          </p:cNvPr>
          <p:cNvSpPr txBox="1">
            <a:spLocks noGrp="1"/>
          </p:cNvSpPr>
          <p:nvPr>
            <p:ph type="title" hasCustomPrompt="1"/>
          </p:nvPr>
        </p:nvSpPr>
        <p:spPr>
          <a:xfrm>
            <a:off x="1317038" y="1244176"/>
            <a:ext cx="10702962" cy="21993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120, str</a:t>
            </a:r>
            <a:endParaRPr dirty="0"/>
          </a:p>
        </p:txBody>
      </p:sp>
      <p:sp>
        <p:nvSpPr>
          <p:cNvPr id="40" name="Text Placeholder 39">
            <a:extLst>
              <a:ext uri="{FF2B5EF4-FFF2-40B4-BE49-F238E27FC236}">
                <a16:creationId xmlns:a16="http://schemas.microsoft.com/office/drawing/2014/main" id="{DA5278FD-2535-2271-B8AC-CA909597AB20}"/>
              </a:ext>
            </a:extLst>
          </p:cNvPr>
          <p:cNvSpPr>
            <a:spLocks noGrp="1"/>
          </p:cNvSpPr>
          <p:nvPr>
            <p:ph type="body" sz="quarter" idx="10" hasCustomPrompt="1"/>
          </p:nvPr>
        </p:nvSpPr>
        <p:spPr>
          <a:xfrm>
            <a:off x="1317625" y="3944938"/>
            <a:ext cx="9318625" cy="5229225"/>
          </a:xfrm>
        </p:spPr>
        <p:txBody>
          <a:bodyPr/>
          <a:lstStyle>
            <a:lvl1pPr>
              <a:defRPr>
                <a:latin typeface="Proxima Nova" panose="020B0604020202020204" charset="0"/>
              </a:defRPr>
            </a:lvl1pPr>
          </a:lstStyle>
          <a:p>
            <a:pPr lvl="0"/>
            <a:r>
              <a:rPr lang="en-US" dirty="0"/>
              <a:t>Content, 500, str</a:t>
            </a:r>
          </a:p>
        </p:txBody>
      </p:sp>
      <p:pic>
        <p:nvPicPr>
          <p:cNvPr id="10" name="Google Shape;878;p24">
            <a:extLst>
              <a:ext uri="{FF2B5EF4-FFF2-40B4-BE49-F238E27FC236}">
                <a16:creationId xmlns:a16="http://schemas.microsoft.com/office/drawing/2014/main" id="{FCC2DE5E-3BDC-A65F-8F3E-0731B8294B65}"/>
              </a:ext>
            </a:extLst>
          </p:cNvPr>
          <p:cNvPicPr preferRelativeResize="0"/>
          <p:nvPr userDrawn="1"/>
        </p:nvPicPr>
        <p:blipFill>
          <a:blip r:embed="rId3">
            <a:alphaModFix/>
          </a:blip>
          <a:stretch>
            <a:fillRect/>
          </a:stretch>
        </p:blipFill>
        <p:spPr>
          <a:xfrm>
            <a:off x="12020000" y="1652200"/>
            <a:ext cx="4648200" cy="7606100"/>
          </a:xfrm>
          <a:prstGeom prst="rect">
            <a:avLst/>
          </a:prstGeom>
          <a:noFill/>
          <a:ln>
            <a:noFill/>
          </a:ln>
        </p:spPr>
      </p:pic>
    </p:spTree>
    <p:extLst>
      <p:ext uri="{BB962C8B-B14F-4D97-AF65-F5344CB8AC3E}">
        <p14:creationId xmlns:p14="http://schemas.microsoft.com/office/powerpoint/2010/main" val="1978304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102"/>
        <p:cNvGrpSpPr/>
        <p:nvPr/>
      </p:nvGrpSpPr>
      <p:grpSpPr>
        <a:xfrm>
          <a:off x="0" y="0"/>
          <a:ext cx="0" cy="0"/>
          <a:chOff x="0" y="0"/>
          <a:chExt cx="0" cy="0"/>
        </a:xfrm>
      </p:grpSpPr>
      <p:pic>
        <p:nvPicPr>
          <p:cNvPr id="2" name="Google Shape;883;p25">
            <a:extLst>
              <a:ext uri="{FF2B5EF4-FFF2-40B4-BE49-F238E27FC236}">
                <a16:creationId xmlns:a16="http://schemas.microsoft.com/office/drawing/2014/main" id="{252ED4AA-AF25-FCE3-6737-2B3A92B05939}"/>
              </a:ext>
            </a:extLst>
          </p:cNvPr>
          <p:cNvPicPr preferRelativeResize="0"/>
          <p:nvPr userDrawn="1"/>
        </p:nvPicPr>
        <p:blipFill>
          <a:blip r:embed="rId2">
            <a:alphaModFix/>
          </a:blip>
          <a:stretch>
            <a:fillRect/>
          </a:stretch>
        </p:blipFill>
        <p:spPr>
          <a:xfrm>
            <a:off x="-4682075" y="-3064775"/>
            <a:ext cx="26245975" cy="16416550"/>
          </a:xfrm>
          <a:prstGeom prst="rect">
            <a:avLst/>
          </a:prstGeom>
          <a:noFill/>
          <a:ln>
            <a:noFill/>
          </a:ln>
        </p:spPr>
      </p:pic>
      <p:grpSp>
        <p:nvGrpSpPr>
          <p:cNvPr id="3" name="Google Shape;884;p25">
            <a:extLst>
              <a:ext uri="{FF2B5EF4-FFF2-40B4-BE49-F238E27FC236}">
                <a16:creationId xmlns:a16="http://schemas.microsoft.com/office/drawing/2014/main" id="{0E64603A-2440-5A48-E072-0E23E1E65FE8}"/>
              </a:ext>
            </a:extLst>
          </p:cNvPr>
          <p:cNvGrpSpPr/>
          <p:nvPr userDrawn="1"/>
        </p:nvGrpSpPr>
        <p:grpSpPr>
          <a:xfrm>
            <a:off x="534625" y="321471"/>
            <a:ext cx="17089416" cy="9463232"/>
            <a:chOff x="0" y="-241102"/>
            <a:chExt cx="22785889" cy="12617644"/>
          </a:xfrm>
        </p:grpSpPr>
        <p:grpSp>
          <p:nvGrpSpPr>
            <p:cNvPr id="4" name="Google Shape;885;p25">
              <a:extLst>
                <a:ext uri="{FF2B5EF4-FFF2-40B4-BE49-F238E27FC236}">
                  <a16:creationId xmlns:a16="http://schemas.microsoft.com/office/drawing/2014/main" id="{1B5EADA4-C489-9DC8-303C-9388D723D8B7}"/>
                </a:ext>
              </a:extLst>
            </p:cNvPr>
            <p:cNvGrpSpPr/>
            <p:nvPr/>
          </p:nvGrpSpPr>
          <p:grpSpPr>
            <a:xfrm>
              <a:off x="0" y="-241102"/>
              <a:ext cx="22785889" cy="12617644"/>
              <a:chOff x="0" y="-47625"/>
              <a:chExt cx="4500916" cy="2492374"/>
            </a:xfrm>
          </p:grpSpPr>
          <p:sp>
            <p:nvSpPr>
              <p:cNvPr id="25" name="Google Shape;886;p25">
                <a:extLst>
                  <a:ext uri="{FF2B5EF4-FFF2-40B4-BE49-F238E27FC236}">
                    <a16:creationId xmlns:a16="http://schemas.microsoft.com/office/drawing/2014/main" id="{6B59B91D-93F5-0FCE-B405-758DAF190DD9}"/>
                  </a:ext>
                </a:extLst>
              </p:cNvPr>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txBody>
              <a:bodyPr/>
              <a:lstStyle/>
              <a:p>
                <a:endParaRPr lang="en-US"/>
              </a:p>
            </p:txBody>
          </p:sp>
          <p:sp>
            <p:nvSpPr>
              <p:cNvPr id="26" name="Google Shape;887;p25">
                <a:extLst>
                  <a:ext uri="{FF2B5EF4-FFF2-40B4-BE49-F238E27FC236}">
                    <a16:creationId xmlns:a16="http://schemas.microsoft.com/office/drawing/2014/main" id="{0693614F-CFF6-FE36-2303-A446222FBA1A}"/>
                  </a:ext>
                </a:extLst>
              </p:cNvPr>
              <p:cNvSpPr txBox="1"/>
              <p:nvPr/>
            </p:nvSpPr>
            <p:spPr>
              <a:xfrm>
                <a:off x="0" y="-47625"/>
                <a:ext cx="4500916" cy="2492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 name="Google Shape;888;p25">
              <a:extLst>
                <a:ext uri="{FF2B5EF4-FFF2-40B4-BE49-F238E27FC236}">
                  <a16:creationId xmlns:a16="http://schemas.microsoft.com/office/drawing/2014/main" id="{4EDD29D3-F064-34C8-4603-D06C9BFB2CC6}"/>
                </a:ext>
              </a:extLst>
            </p:cNvPr>
            <p:cNvCxnSpPr/>
            <p:nvPr/>
          </p:nvCxnSpPr>
          <p:spPr>
            <a:xfrm>
              <a:off x="7352182"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6" name="Google Shape;889;p25">
              <a:extLst>
                <a:ext uri="{FF2B5EF4-FFF2-40B4-BE49-F238E27FC236}">
                  <a16:creationId xmlns:a16="http://schemas.microsoft.com/office/drawing/2014/main" id="{07F30403-6690-8AF3-6300-D7F64251F1E8}"/>
                </a:ext>
              </a:extLst>
            </p:cNvPr>
            <p:cNvCxnSpPr/>
            <p:nvPr/>
          </p:nvCxnSpPr>
          <p:spPr>
            <a:xfrm>
              <a:off x="15433707" y="0"/>
              <a:ext cx="0" cy="793972"/>
            </a:xfrm>
            <a:prstGeom prst="straightConnector1">
              <a:avLst/>
            </a:prstGeom>
            <a:noFill/>
            <a:ln w="38100" cap="flat" cmpd="sng">
              <a:solidFill>
                <a:srgbClr val="000000"/>
              </a:solidFill>
              <a:prstDash val="solid"/>
              <a:round/>
              <a:headEnd type="none" w="sm" len="sm"/>
              <a:tailEnd type="none" w="sm" len="sm"/>
            </a:ln>
          </p:spPr>
        </p:cxnSp>
        <p:cxnSp>
          <p:nvCxnSpPr>
            <p:cNvPr id="7" name="Google Shape;890;p25">
              <a:extLst>
                <a:ext uri="{FF2B5EF4-FFF2-40B4-BE49-F238E27FC236}">
                  <a16:creationId xmlns:a16="http://schemas.microsoft.com/office/drawing/2014/main" id="{5D4B655A-37FE-A941-A73C-D9DA2FFA04D2}"/>
                </a:ext>
              </a:extLst>
            </p:cNvPr>
            <p:cNvCxnSpPr/>
            <p:nvPr/>
          </p:nvCxnSpPr>
          <p:spPr>
            <a:xfrm>
              <a:off x="0" y="813022"/>
              <a:ext cx="22785889" cy="0"/>
            </a:xfrm>
            <a:prstGeom prst="straightConnector1">
              <a:avLst/>
            </a:prstGeom>
            <a:noFill/>
            <a:ln w="38100" cap="flat" cmpd="sng">
              <a:solidFill>
                <a:srgbClr val="000000"/>
              </a:solidFill>
              <a:prstDash val="solid"/>
              <a:round/>
              <a:headEnd type="none" w="sm" len="sm"/>
              <a:tailEnd type="none" w="sm" len="sm"/>
            </a:ln>
          </p:spPr>
        </p:cxnSp>
        <p:grpSp>
          <p:nvGrpSpPr>
            <p:cNvPr id="8" name="Google Shape;891;p25">
              <a:extLst>
                <a:ext uri="{FF2B5EF4-FFF2-40B4-BE49-F238E27FC236}">
                  <a16:creationId xmlns:a16="http://schemas.microsoft.com/office/drawing/2014/main" id="{ED2B5755-20CF-489E-80DD-FC0927858872}"/>
                </a:ext>
              </a:extLst>
            </p:cNvPr>
            <p:cNvGrpSpPr/>
            <p:nvPr/>
          </p:nvGrpSpPr>
          <p:grpSpPr>
            <a:xfrm rot="-5400000">
              <a:off x="21891606" y="145130"/>
              <a:ext cx="478712" cy="506762"/>
              <a:chOff x="0" y="-47625"/>
              <a:chExt cx="812800" cy="860425"/>
            </a:xfrm>
          </p:grpSpPr>
          <p:sp>
            <p:nvSpPr>
              <p:cNvPr id="23" name="Google Shape;892;p25">
                <a:extLst>
                  <a:ext uri="{FF2B5EF4-FFF2-40B4-BE49-F238E27FC236}">
                    <a16:creationId xmlns:a16="http://schemas.microsoft.com/office/drawing/2014/main" id="{3BCD85C4-4DE0-BEA6-44DC-FA19662CD4CB}"/>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4" name="Google Shape;893;p25">
                <a:extLst>
                  <a:ext uri="{FF2B5EF4-FFF2-40B4-BE49-F238E27FC236}">
                    <a16:creationId xmlns:a16="http://schemas.microsoft.com/office/drawing/2014/main" id="{F8FCA886-64EB-CD15-7B25-7308295DE593}"/>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 name="Google Shape;894;p25">
              <a:extLst>
                <a:ext uri="{FF2B5EF4-FFF2-40B4-BE49-F238E27FC236}">
                  <a16:creationId xmlns:a16="http://schemas.microsoft.com/office/drawing/2014/main" id="{686ED899-7B43-D4CC-CA18-6ED056329024}"/>
                </a:ext>
              </a:extLst>
            </p:cNvPr>
            <p:cNvGrpSpPr/>
            <p:nvPr/>
          </p:nvGrpSpPr>
          <p:grpSpPr>
            <a:xfrm rot="5400000">
              <a:off x="19512199" y="141500"/>
              <a:ext cx="478712" cy="506762"/>
              <a:chOff x="0" y="-47625"/>
              <a:chExt cx="812800" cy="860425"/>
            </a:xfrm>
          </p:grpSpPr>
          <p:sp>
            <p:nvSpPr>
              <p:cNvPr id="21" name="Google Shape;895;p25">
                <a:extLst>
                  <a:ext uri="{FF2B5EF4-FFF2-40B4-BE49-F238E27FC236}">
                    <a16:creationId xmlns:a16="http://schemas.microsoft.com/office/drawing/2014/main" id="{8E3DD4CC-8DAC-D5CF-EF20-79CB738ADD64}"/>
                  </a:ext>
                </a:extLst>
              </p:cNvPr>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2" name="Google Shape;896;p25">
                <a:extLst>
                  <a:ext uri="{FF2B5EF4-FFF2-40B4-BE49-F238E27FC236}">
                    <a16:creationId xmlns:a16="http://schemas.microsoft.com/office/drawing/2014/main" id="{DBD24B44-8D27-2438-B78E-1445D6250E20}"/>
                  </a:ext>
                </a:extLst>
              </p:cNvPr>
              <p:cNvSpPr txBox="1"/>
              <p:nvPr/>
            </p:nvSpPr>
            <p:spPr>
              <a:xfrm>
                <a:off x="203200" y="-47625"/>
                <a:ext cx="406400" cy="758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 name="Google Shape;899;p25">
              <a:extLst>
                <a:ext uri="{FF2B5EF4-FFF2-40B4-BE49-F238E27FC236}">
                  <a16:creationId xmlns:a16="http://schemas.microsoft.com/office/drawing/2014/main" id="{3664C2CC-BEA3-C8CD-453C-0BDCA29AE540}"/>
                </a:ext>
              </a:extLst>
            </p:cNvPr>
            <p:cNvGrpSpPr/>
            <p:nvPr/>
          </p:nvGrpSpPr>
          <p:grpSpPr>
            <a:xfrm>
              <a:off x="132942" y="103353"/>
              <a:ext cx="585476" cy="585476"/>
              <a:chOff x="0" y="0"/>
              <a:chExt cx="812800" cy="812800"/>
            </a:xfrm>
          </p:grpSpPr>
          <p:sp>
            <p:nvSpPr>
              <p:cNvPr id="19" name="Google Shape;900;p25">
                <a:extLst>
                  <a:ext uri="{FF2B5EF4-FFF2-40B4-BE49-F238E27FC236}">
                    <a16:creationId xmlns:a16="http://schemas.microsoft.com/office/drawing/2014/main" id="{931D14DC-FAFD-0103-1527-8CC074F6272A}"/>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20" name="Google Shape;901;p25">
                <a:extLst>
                  <a:ext uri="{FF2B5EF4-FFF2-40B4-BE49-F238E27FC236}">
                    <a16:creationId xmlns:a16="http://schemas.microsoft.com/office/drawing/2014/main" id="{D4DBDC39-A2F5-D432-43F9-0CFF12A2EA28}"/>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902;p25">
              <a:extLst>
                <a:ext uri="{FF2B5EF4-FFF2-40B4-BE49-F238E27FC236}">
                  <a16:creationId xmlns:a16="http://schemas.microsoft.com/office/drawing/2014/main" id="{B095C46C-6123-BFD8-B22B-985975656492}"/>
                </a:ext>
              </a:extLst>
            </p:cNvPr>
            <p:cNvGrpSpPr/>
            <p:nvPr/>
          </p:nvGrpSpPr>
          <p:grpSpPr>
            <a:xfrm>
              <a:off x="819773" y="103353"/>
              <a:ext cx="585476" cy="585476"/>
              <a:chOff x="0" y="0"/>
              <a:chExt cx="812800" cy="812800"/>
            </a:xfrm>
          </p:grpSpPr>
          <p:sp>
            <p:nvSpPr>
              <p:cNvPr id="17" name="Google Shape;903;p25">
                <a:extLst>
                  <a:ext uri="{FF2B5EF4-FFF2-40B4-BE49-F238E27FC236}">
                    <a16:creationId xmlns:a16="http://schemas.microsoft.com/office/drawing/2014/main" id="{22CBAA36-951C-C0DD-DDAC-5B53B1965DB5}"/>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txBody>
              <a:bodyPr/>
              <a:lstStyle/>
              <a:p>
                <a:endParaRPr lang="en-US"/>
              </a:p>
            </p:txBody>
          </p:sp>
          <p:sp>
            <p:nvSpPr>
              <p:cNvPr id="18" name="Google Shape;904;p25">
                <a:extLst>
                  <a:ext uri="{FF2B5EF4-FFF2-40B4-BE49-F238E27FC236}">
                    <a16:creationId xmlns:a16="http://schemas.microsoft.com/office/drawing/2014/main" id="{1BC96A58-DCCA-3ECA-FFAE-A492BDC4DD32}"/>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905;p25">
              <a:extLst>
                <a:ext uri="{FF2B5EF4-FFF2-40B4-BE49-F238E27FC236}">
                  <a16:creationId xmlns:a16="http://schemas.microsoft.com/office/drawing/2014/main" id="{772A808E-2BAA-8865-2E53-103288C96E38}"/>
                </a:ext>
              </a:extLst>
            </p:cNvPr>
            <p:cNvGrpSpPr/>
            <p:nvPr/>
          </p:nvGrpSpPr>
          <p:grpSpPr>
            <a:xfrm>
              <a:off x="1506605" y="103353"/>
              <a:ext cx="585476" cy="585476"/>
              <a:chOff x="0" y="0"/>
              <a:chExt cx="812800" cy="812800"/>
            </a:xfrm>
          </p:grpSpPr>
          <p:sp>
            <p:nvSpPr>
              <p:cNvPr id="15" name="Google Shape;906;p25">
                <a:extLst>
                  <a:ext uri="{FF2B5EF4-FFF2-40B4-BE49-F238E27FC236}">
                    <a16:creationId xmlns:a16="http://schemas.microsoft.com/office/drawing/2014/main" id="{C5D49479-9F8C-29DC-35D9-367BB55F42BD}"/>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txBody>
              <a:bodyPr/>
              <a:lstStyle/>
              <a:p>
                <a:endParaRPr lang="en-US"/>
              </a:p>
            </p:txBody>
          </p:sp>
          <p:sp>
            <p:nvSpPr>
              <p:cNvPr id="16" name="Google Shape;907;p25">
                <a:extLst>
                  <a:ext uri="{FF2B5EF4-FFF2-40B4-BE49-F238E27FC236}">
                    <a16:creationId xmlns:a16="http://schemas.microsoft.com/office/drawing/2014/main" id="{C70F9268-751F-6BD1-7515-CDCC03F8DCF1}"/>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8" name="Google Shape;909;p25">
            <a:extLst>
              <a:ext uri="{FF2B5EF4-FFF2-40B4-BE49-F238E27FC236}">
                <a16:creationId xmlns:a16="http://schemas.microsoft.com/office/drawing/2014/main" id="{B4E9E968-5916-086A-A777-2F5210BCF215}"/>
              </a:ext>
            </a:extLst>
          </p:cNvPr>
          <p:cNvGrpSpPr/>
          <p:nvPr userDrawn="1"/>
        </p:nvGrpSpPr>
        <p:grpSpPr>
          <a:xfrm>
            <a:off x="1256417" y="4020712"/>
            <a:ext cx="1554185" cy="1603098"/>
            <a:chOff x="0" y="-47625"/>
            <a:chExt cx="409333" cy="422215"/>
          </a:xfrm>
        </p:grpSpPr>
        <p:sp>
          <p:nvSpPr>
            <p:cNvPr id="29" name="Google Shape;910;p25">
              <a:extLst>
                <a:ext uri="{FF2B5EF4-FFF2-40B4-BE49-F238E27FC236}">
                  <a16:creationId xmlns:a16="http://schemas.microsoft.com/office/drawing/2014/main" id="{E9606C98-F0CF-1E4D-77AF-A558A12F818E}"/>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30" name="Google Shape;911;p25">
              <a:extLst>
                <a:ext uri="{FF2B5EF4-FFF2-40B4-BE49-F238E27FC236}">
                  <a16:creationId xmlns:a16="http://schemas.microsoft.com/office/drawing/2014/main" id="{71AF6D98-0260-2315-8DA1-724ED419595B}"/>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 name="Google Shape;912;p25">
            <a:extLst>
              <a:ext uri="{FF2B5EF4-FFF2-40B4-BE49-F238E27FC236}">
                <a16:creationId xmlns:a16="http://schemas.microsoft.com/office/drawing/2014/main" id="{3FEA3CEA-8EDB-E073-2636-1732CF270A3F}"/>
              </a:ext>
            </a:extLst>
          </p:cNvPr>
          <p:cNvGrpSpPr/>
          <p:nvPr userDrawn="1"/>
        </p:nvGrpSpPr>
        <p:grpSpPr>
          <a:xfrm>
            <a:off x="7238038" y="4020712"/>
            <a:ext cx="1554185" cy="1603098"/>
            <a:chOff x="0" y="-47625"/>
            <a:chExt cx="409333" cy="422215"/>
          </a:xfrm>
        </p:grpSpPr>
        <p:sp>
          <p:nvSpPr>
            <p:cNvPr id="32" name="Google Shape;913;p25">
              <a:extLst>
                <a:ext uri="{FF2B5EF4-FFF2-40B4-BE49-F238E27FC236}">
                  <a16:creationId xmlns:a16="http://schemas.microsoft.com/office/drawing/2014/main" id="{1C393D74-F435-F49A-C954-6D249A319D24}"/>
                </a:ext>
              </a:extLst>
            </p:cNvPr>
            <p:cNvSpPr/>
            <p:nvPr/>
          </p:nvSpPr>
          <p:spPr>
            <a:xfrm>
              <a:off x="0" y="0"/>
              <a:ext cx="409333" cy="374590"/>
            </a:xfrm>
            <a:custGeom>
              <a:avLst/>
              <a:gdLst/>
              <a:ahLst/>
              <a:cxnLst/>
              <a:rect l="l" t="t" r="r" b="b"/>
              <a:pathLst>
                <a:path w="409333" h="374590" extrusionOk="0">
                  <a:moveTo>
                    <a:pt x="0" y="0"/>
                  </a:moveTo>
                  <a:lnTo>
                    <a:pt x="409333" y="0"/>
                  </a:lnTo>
                  <a:lnTo>
                    <a:pt x="409333" y="374590"/>
                  </a:lnTo>
                  <a:lnTo>
                    <a:pt x="0" y="374590"/>
                  </a:lnTo>
                  <a:close/>
                </a:path>
              </a:pathLst>
            </a:custGeom>
            <a:solidFill>
              <a:srgbClr val="5DB647"/>
            </a:solidFill>
            <a:ln w="28575" cap="sq" cmpd="sng">
              <a:solidFill>
                <a:srgbClr val="000000"/>
              </a:solidFill>
              <a:prstDash val="solid"/>
              <a:miter lim="8000"/>
              <a:headEnd type="none" w="sm" len="sm"/>
              <a:tailEnd type="none" w="sm" len="sm"/>
            </a:ln>
          </p:spPr>
          <p:txBody>
            <a:bodyPr/>
            <a:lstStyle/>
            <a:p>
              <a:endParaRPr lang="en-US"/>
            </a:p>
          </p:txBody>
        </p:sp>
        <p:sp>
          <p:nvSpPr>
            <p:cNvPr id="33" name="Google Shape;914;p25">
              <a:extLst>
                <a:ext uri="{FF2B5EF4-FFF2-40B4-BE49-F238E27FC236}">
                  <a16:creationId xmlns:a16="http://schemas.microsoft.com/office/drawing/2014/main" id="{7FB77D82-8F97-7F5D-A399-B9F26F0BFA5B}"/>
                </a:ext>
              </a:extLst>
            </p:cNvPr>
            <p:cNvSpPr txBox="1"/>
            <p:nvPr/>
          </p:nvSpPr>
          <p:spPr>
            <a:xfrm>
              <a:off x="0" y="-47625"/>
              <a:ext cx="409333" cy="42221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4" name="Google Shape;915;p25">
            <a:extLst>
              <a:ext uri="{FF2B5EF4-FFF2-40B4-BE49-F238E27FC236}">
                <a16:creationId xmlns:a16="http://schemas.microsoft.com/office/drawing/2014/main" id="{518FF116-A8E9-7BF1-188F-6DEE2E21802E}"/>
              </a:ext>
            </a:extLst>
          </p:cNvPr>
          <p:cNvSpPr/>
          <p:nvPr userDrawn="1"/>
        </p:nvSpPr>
        <p:spPr>
          <a:xfrm>
            <a:off x="1454452" y="4301788"/>
            <a:ext cx="1158115" cy="1113896"/>
          </a:xfrm>
          <a:custGeom>
            <a:avLst/>
            <a:gdLst/>
            <a:ahLst/>
            <a:cxnLst/>
            <a:rect l="l" t="t" r="r" b="b"/>
            <a:pathLst>
              <a:path w="1158115" h="1113896" extrusionOk="0">
                <a:moveTo>
                  <a:pt x="0" y="0"/>
                </a:moveTo>
                <a:lnTo>
                  <a:pt x="1158114" y="0"/>
                </a:lnTo>
                <a:lnTo>
                  <a:pt x="1158114" y="1113896"/>
                </a:lnTo>
                <a:lnTo>
                  <a:pt x="0" y="1113896"/>
                </a:lnTo>
                <a:lnTo>
                  <a:pt x="0" y="0"/>
                </a:lnTo>
                <a:close/>
              </a:path>
            </a:pathLst>
          </a:custGeom>
          <a:blipFill rotWithShape="1">
            <a:blip r:embed="rId3">
              <a:alphaModFix/>
            </a:blip>
            <a:stretch>
              <a:fillRect/>
            </a:stretch>
          </a:blipFill>
          <a:ln>
            <a:noFill/>
          </a:ln>
        </p:spPr>
        <p:txBody>
          <a:bodyPr/>
          <a:lstStyle/>
          <a:p>
            <a:endParaRPr lang="en-US"/>
          </a:p>
        </p:txBody>
      </p:sp>
      <p:grpSp>
        <p:nvGrpSpPr>
          <p:cNvPr id="39" name="Google Shape;920;p25">
            <a:extLst>
              <a:ext uri="{FF2B5EF4-FFF2-40B4-BE49-F238E27FC236}">
                <a16:creationId xmlns:a16="http://schemas.microsoft.com/office/drawing/2014/main" id="{1E371F8A-BC9A-6264-B325-0882F527E02D}"/>
              </a:ext>
            </a:extLst>
          </p:cNvPr>
          <p:cNvGrpSpPr/>
          <p:nvPr userDrawn="1"/>
        </p:nvGrpSpPr>
        <p:grpSpPr>
          <a:xfrm>
            <a:off x="13219657" y="4301804"/>
            <a:ext cx="564083" cy="564083"/>
            <a:chOff x="0" y="0"/>
            <a:chExt cx="812800" cy="812800"/>
          </a:xfrm>
        </p:grpSpPr>
        <p:sp>
          <p:nvSpPr>
            <p:cNvPr id="40" name="Google Shape;921;p25">
              <a:extLst>
                <a:ext uri="{FF2B5EF4-FFF2-40B4-BE49-F238E27FC236}">
                  <a16:creationId xmlns:a16="http://schemas.microsoft.com/office/drawing/2014/main" id="{8ED72445-5CB0-A79A-F27E-7EF52DAD0970}"/>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41" name="Google Shape;922;p25">
              <a:extLst>
                <a:ext uri="{FF2B5EF4-FFF2-40B4-BE49-F238E27FC236}">
                  <a16:creationId xmlns:a16="http://schemas.microsoft.com/office/drawing/2014/main" id="{03E43EA9-CECC-A71F-1C38-B39C20560507}"/>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 name="Google Shape;923;p25">
            <a:extLst>
              <a:ext uri="{FF2B5EF4-FFF2-40B4-BE49-F238E27FC236}">
                <a16:creationId xmlns:a16="http://schemas.microsoft.com/office/drawing/2014/main" id="{659A0DFD-E2BC-E619-A8EE-8D5891F51E3B}"/>
              </a:ext>
            </a:extLst>
          </p:cNvPr>
          <p:cNvGrpSpPr/>
          <p:nvPr userDrawn="1"/>
        </p:nvGrpSpPr>
        <p:grpSpPr>
          <a:xfrm>
            <a:off x="15522373" y="7078768"/>
            <a:ext cx="564092" cy="564092"/>
            <a:chOff x="0" y="0"/>
            <a:chExt cx="812800" cy="812800"/>
          </a:xfrm>
        </p:grpSpPr>
        <p:sp>
          <p:nvSpPr>
            <p:cNvPr id="43" name="Google Shape;924;p25">
              <a:extLst>
                <a:ext uri="{FF2B5EF4-FFF2-40B4-BE49-F238E27FC236}">
                  <a16:creationId xmlns:a16="http://schemas.microsoft.com/office/drawing/2014/main" id="{49AB32ED-9CA5-BA8C-C8D5-6A796F566EB8}"/>
                </a:ext>
              </a:extLst>
            </p:cNvPr>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a:noFill/>
            </a:ln>
          </p:spPr>
          <p:txBody>
            <a:bodyPr/>
            <a:lstStyle/>
            <a:p>
              <a:endParaRPr lang="en-US"/>
            </a:p>
          </p:txBody>
        </p:sp>
        <p:sp>
          <p:nvSpPr>
            <p:cNvPr id="44" name="Google Shape;925;p25">
              <a:extLst>
                <a:ext uri="{FF2B5EF4-FFF2-40B4-BE49-F238E27FC236}">
                  <a16:creationId xmlns:a16="http://schemas.microsoft.com/office/drawing/2014/main" id="{90AEAF96-5016-4221-58C9-2E0658C8E882}"/>
                </a:ext>
              </a:extLst>
            </p:cNvPr>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45" name="Google Shape;926;p25">
            <a:extLst>
              <a:ext uri="{FF2B5EF4-FFF2-40B4-BE49-F238E27FC236}">
                <a16:creationId xmlns:a16="http://schemas.microsoft.com/office/drawing/2014/main" id="{5F3EE0DD-7703-85AE-8EE4-8DAD967DF863}"/>
              </a:ext>
            </a:extLst>
          </p:cNvPr>
          <p:cNvPicPr preferRelativeResize="0"/>
          <p:nvPr userDrawn="1"/>
        </p:nvPicPr>
        <p:blipFill>
          <a:blip r:embed="rId4">
            <a:alphaModFix/>
          </a:blip>
          <a:stretch>
            <a:fillRect/>
          </a:stretch>
        </p:blipFill>
        <p:spPr>
          <a:xfrm>
            <a:off x="7492349" y="4257103"/>
            <a:ext cx="1126250" cy="1217567"/>
          </a:xfrm>
          <a:prstGeom prst="rect">
            <a:avLst/>
          </a:prstGeom>
          <a:noFill/>
          <a:ln>
            <a:noFill/>
          </a:ln>
        </p:spPr>
      </p:pic>
      <p:sp>
        <p:nvSpPr>
          <p:cNvPr id="48" name="Text Placeholder 47">
            <a:extLst>
              <a:ext uri="{FF2B5EF4-FFF2-40B4-BE49-F238E27FC236}">
                <a16:creationId xmlns:a16="http://schemas.microsoft.com/office/drawing/2014/main" id="{A8A1A0E0-00F4-AB9E-F55E-1FF125930A5E}"/>
              </a:ext>
            </a:extLst>
          </p:cNvPr>
          <p:cNvSpPr>
            <a:spLocks noGrp="1"/>
          </p:cNvSpPr>
          <p:nvPr>
            <p:ph type="body" sz="quarter" idx="10" hasCustomPrompt="1"/>
          </p:nvPr>
        </p:nvSpPr>
        <p:spPr>
          <a:xfrm>
            <a:off x="1073150" y="6124574"/>
            <a:ext cx="5776913" cy="940769"/>
          </a:xfrm>
        </p:spPr>
        <p:txBody>
          <a:bodyPr/>
          <a:lstStyle>
            <a:lvl1pPr marL="76200" indent="0">
              <a:buNone/>
              <a:defRPr/>
            </a:lvl1pPr>
          </a:lstStyle>
          <a:p>
            <a:pPr lvl="0"/>
            <a:r>
              <a:rPr lang="en-US" dirty="0"/>
              <a:t>Subtitle1, 60, str</a:t>
            </a:r>
          </a:p>
        </p:txBody>
      </p:sp>
      <p:sp>
        <p:nvSpPr>
          <p:cNvPr id="49" name="Text Placeholder 47">
            <a:extLst>
              <a:ext uri="{FF2B5EF4-FFF2-40B4-BE49-F238E27FC236}">
                <a16:creationId xmlns:a16="http://schemas.microsoft.com/office/drawing/2014/main" id="{00FF13AE-891D-E0E5-55B3-92D820304152}"/>
              </a:ext>
            </a:extLst>
          </p:cNvPr>
          <p:cNvSpPr>
            <a:spLocks noGrp="1"/>
          </p:cNvSpPr>
          <p:nvPr>
            <p:ph type="body" sz="quarter" idx="11" hasCustomPrompt="1"/>
          </p:nvPr>
        </p:nvSpPr>
        <p:spPr>
          <a:xfrm>
            <a:off x="1073150" y="7221630"/>
            <a:ext cx="5776913" cy="1946018"/>
          </a:xfrm>
        </p:spPr>
        <p:txBody>
          <a:bodyPr>
            <a:normAutofit/>
          </a:bodyPr>
          <a:lstStyle>
            <a:lvl1pPr marL="76200" indent="0">
              <a:buNone/>
              <a:defRPr lang="en-US" sz="2400" b="0" i="0" u="none" strike="noStrike" cap="none" dirty="0">
                <a:solidFill>
                  <a:srgbClr val="000000"/>
                </a:solidFill>
                <a:latin typeface="Proxima Nova"/>
                <a:ea typeface="Proxima Nova"/>
                <a:cs typeface="Proxima Nova"/>
                <a:sym typeface="Arial"/>
              </a:defRPr>
            </a:lvl1pPr>
          </a:lstStyle>
          <a:p>
            <a:pPr lvl="0"/>
            <a:r>
              <a:rPr lang="en-US" sz="2400" b="0" i="0" u="none" strike="noStrike" cap="none" dirty="0">
                <a:solidFill>
                  <a:srgbClr val="000000"/>
                </a:solidFill>
                <a:latin typeface="Proxima Nova"/>
                <a:sym typeface="Arial"/>
              </a:rPr>
              <a:t>Content1, 200, str </a:t>
            </a:r>
            <a:endParaRPr lang="en-US" dirty="0"/>
          </a:p>
        </p:txBody>
      </p:sp>
      <p:sp>
        <p:nvSpPr>
          <p:cNvPr id="50" name="Text Placeholder 47">
            <a:extLst>
              <a:ext uri="{FF2B5EF4-FFF2-40B4-BE49-F238E27FC236}">
                <a16:creationId xmlns:a16="http://schemas.microsoft.com/office/drawing/2014/main" id="{B1389980-F443-52D5-9B8B-6D694AF9D4C8}"/>
              </a:ext>
            </a:extLst>
          </p:cNvPr>
          <p:cNvSpPr>
            <a:spLocks noGrp="1"/>
          </p:cNvSpPr>
          <p:nvPr>
            <p:ph type="body" sz="quarter" idx="12" hasCustomPrompt="1"/>
          </p:nvPr>
        </p:nvSpPr>
        <p:spPr>
          <a:xfrm>
            <a:off x="7278008" y="6117317"/>
            <a:ext cx="5776913" cy="940769"/>
          </a:xfrm>
        </p:spPr>
        <p:txBody>
          <a:bodyPr/>
          <a:lstStyle>
            <a:lvl1pPr marL="76200" indent="0">
              <a:buNone/>
              <a:defRPr/>
            </a:lvl1pPr>
          </a:lstStyle>
          <a:p>
            <a:pPr lvl="0"/>
            <a:r>
              <a:rPr lang="en-US" dirty="0"/>
              <a:t>Subtitle2, 60, str</a:t>
            </a:r>
          </a:p>
        </p:txBody>
      </p:sp>
      <p:sp>
        <p:nvSpPr>
          <p:cNvPr id="51" name="Text Placeholder 47">
            <a:extLst>
              <a:ext uri="{FF2B5EF4-FFF2-40B4-BE49-F238E27FC236}">
                <a16:creationId xmlns:a16="http://schemas.microsoft.com/office/drawing/2014/main" id="{70C594AF-44C0-6E3F-3155-48097E92D495}"/>
              </a:ext>
            </a:extLst>
          </p:cNvPr>
          <p:cNvSpPr>
            <a:spLocks noGrp="1"/>
          </p:cNvSpPr>
          <p:nvPr>
            <p:ph type="body" sz="quarter" idx="13" hasCustomPrompt="1"/>
          </p:nvPr>
        </p:nvSpPr>
        <p:spPr>
          <a:xfrm>
            <a:off x="7278008" y="7214373"/>
            <a:ext cx="5776913" cy="1946018"/>
          </a:xfrm>
        </p:spPr>
        <p:txBody>
          <a:bodyPr>
            <a:normAutofit/>
          </a:bodyPr>
          <a:lstStyle>
            <a:lvl1pPr marL="76200" indent="0">
              <a:buNone/>
              <a:defRPr lang="en-US" sz="2400" b="0" i="0" u="none" strike="noStrike" cap="none" dirty="0">
                <a:solidFill>
                  <a:srgbClr val="000000"/>
                </a:solidFill>
                <a:latin typeface="Proxima Nova"/>
                <a:ea typeface="Proxima Nova"/>
                <a:cs typeface="Proxima Nova"/>
                <a:sym typeface="Arial"/>
              </a:defRPr>
            </a:lvl1pPr>
          </a:lstStyle>
          <a:p>
            <a:pPr lvl="0"/>
            <a:r>
              <a:rPr lang="en-US" sz="2400" b="0" i="0" u="none" strike="noStrike" cap="none" dirty="0">
                <a:solidFill>
                  <a:srgbClr val="000000"/>
                </a:solidFill>
                <a:latin typeface="Proxima Nova"/>
                <a:sym typeface="Arial"/>
              </a:rPr>
              <a:t>Content2, 200, str </a:t>
            </a:r>
            <a:endParaRPr lang="en-US" dirty="0"/>
          </a:p>
        </p:txBody>
      </p:sp>
      <p:sp>
        <p:nvSpPr>
          <p:cNvPr id="52" name="Google Shape;71;p4">
            <a:extLst>
              <a:ext uri="{FF2B5EF4-FFF2-40B4-BE49-F238E27FC236}">
                <a16:creationId xmlns:a16="http://schemas.microsoft.com/office/drawing/2014/main" id="{66A66BDA-C032-DFF5-BC76-C5A14EF53A8B}"/>
              </a:ext>
            </a:extLst>
          </p:cNvPr>
          <p:cNvSpPr txBox="1">
            <a:spLocks noGrp="1"/>
          </p:cNvSpPr>
          <p:nvPr>
            <p:ph type="title" hasCustomPrompt="1"/>
          </p:nvPr>
        </p:nvSpPr>
        <p:spPr>
          <a:xfrm>
            <a:off x="1317038" y="1244176"/>
            <a:ext cx="10702962" cy="21993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120, str</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1"/>
        <p:cNvGrpSpPr/>
        <p:nvPr/>
      </p:nvGrpSpPr>
      <p:grpSpPr>
        <a:xfrm>
          <a:off x="0" y="0"/>
          <a:ext cx="0" cy="0"/>
          <a:chOff x="0" y="0"/>
          <a:chExt cx="0" cy="0"/>
        </a:xfrm>
      </p:grpSpPr>
      <p:pic>
        <p:nvPicPr>
          <p:cNvPr id="132" name="Google Shape;132;p7"/>
          <p:cNvPicPr preferRelativeResize="0"/>
          <p:nvPr/>
        </p:nvPicPr>
        <p:blipFill>
          <a:blip r:embed="rId2">
            <a:alphaModFix/>
          </a:blip>
          <a:stretch>
            <a:fillRect/>
          </a:stretch>
        </p:blipFill>
        <p:spPr>
          <a:xfrm>
            <a:off x="-2987349" y="-9541749"/>
            <a:ext cx="24024174" cy="29957898"/>
          </a:xfrm>
          <a:prstGeom prst="rect">
            <a:avLst/>
          </a:prstGeom>
          <a:noFill/>
          <a:ln>
            <a:noFill/>
          </a:ln>
        </p:spPr>
      </p:pic>
      <p:grpSp>
        <p:nvGrpSpPr>
          <p:cNvPr id="136" name="Google Shape;136;p7"/>
          <p:cNvGrpSpPr/>
          <p:nvPr/>
        </p:nvGrpSpPr>
        <p:grpSpPr>
          <a:xfrm>
            <a:off x="599292" y="342900"/>
            <a:ext cx="17089425" cy="9429750"/>
            <a:chOff x="0" y="0"/>
            <a:chExt cx="22785900" cy="12376543"/>
          </a:xfrm>
        </p:grpSpPr>
        <p:sp>
          <p:nvSpPr>
            <p:cNvPr id="138" name="Google Shape;138;p7"/>
            <p:cNvSpPr/>
            <p:nvPr/>
          </p:nvSpPr>
          <p:spPr>
            <a:xfrm>
              <a:off x="0" y="0"/>
              <a:ext cx="22785888" cy="12376543"/>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txBody>
            <a:bodyPr/>
            <a:lstStyle/>
            <a:p>
              <a:endParaRPr lang="en-US" dirty="0"/>
            </a:p>
          </p:txBody>
        </p:sp>
        <p:cxnSp>
          <p:nvCxnSpPr>
            <p:cNvPr id="140" name="Google Shape;140;p7"/>
            <p:cNvCxnSpPr/>
            <p:nvPr/>
          </p:nvCxnSpPr>
          <p:spPr>
            <a:xfrm>
              <a:off x="7352182"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141" name="Google Shape;141;p7"/>
            <p:cNvCxnSpPr/>
            <p:nvPr/>
          </p:nvCxnSpPr>
          <p:spPr>
            <a:xfrm>
              <a:off x="15433707"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142" name="Google Shape;142;p7"/>
            <p:cNvCxnSpPr/>
            <p:nvPr/>
          </p:nvCxnSpPr>
          <p:spPr>
            <a:xfrm>
              <a:off x="0" y="813022"/>
              <a:ext cx="22785900" cy="0"/>
            </a:xfrm>
            <a:prstGeom prst="straightConnector1">
              <a:avLst/>
            </a:prstGeom>
            <a:noFill/>
            <a:ln w="38100" cap="flat" cmpd="sng">
              <a:solidFill>
                <a:srgbClr val="000000"/>
              </a:solidFill>
              <a:prstDash val="solid"/>
              <a:round/>
              <a:headEnd type="none" w="sm" len="sm"/>
              <a:tailEnd type="none" w="sm" len="sm"/>
            </a:ln>
          </p:spPr>
        </p:cxnSp>
        <p:grpSp>
          <p:nvGrpSpPr>
            <p:cNvPr id="143" name="Google Shape;143;p7"/>
            <p:cNvGrpSpPr/>
            <p:nvPr/>
          </p:nvGrpSpPr>
          <p:grpSpPr>
            <a:xfrm rot="-5400000">
              <a:off x="21891605" y="145102"/>
              <a:ext cx="478739" cy="506790"/>
              <a:chOff x="0" y="-47625"/>
              <a:chExt cx="812800" cy="860425"/>
            </a:xfrm>
          </p:grpSpPr>
          <p:sp>
            <p:nvSpPr>
              <p:cNvPr id="144" name="Google Shape;144;p7"/>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145" name="Google Shape;145;p7"/>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6" name="Google Shape;146;p7"/>
            <p:cNvGrpSpPr/>
            <p:nvPr/>
          </p:nvGrpSpPr>
          <p:grpSpPr>
            <a:xfrm rot="5400000">
              <a:off x="19512172" y="141499"/>
              <a:ext cx="478739" cy="506790"/>
              <a:chOff x="0" y="-47625"/>
              <a:chExt cx="812800" cy="860425"/>
            </a:xfrm>
          </p:grpSpPr>
          <p:sp>
            <p:nvSpPr>
              <p:cNvPr id="147" name="Google Shape;147;p7"/>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148" name="Google Shape;148;p7"/>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7"/>
            <p:cNvGrpSpPr/>
            <p:nvPr/>
          </p:nvGrpSpPr>
          <p:grpSpPr>
            <a:xfrm>
              <a:off x="132942" y="103353"/>
              <a:ext cx="585460" cy="585460"/>
              <a:chOff x="0" y="0"/>
              <a:chExt cx="812800" cy="812800"/>
            </a:xfrm>
          </p:grpSpPr>
          <p:sp>
            <p:nvSpPr>
              <p:cNvPr id="152" name="Google Shape;152;p7"/>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sp>
          <p:sp>
            <p:nvSpPr>
              <p:cNvPr id="153" name="Google Shape;153;p7"/>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4" name="Google Shape;154;p7"/>
            <p:cNvGrpSpPr/>
            <p:nvPr/>
          </p:nvGrpSpPr>
          <p:grpSpPr>
            <a:xfrm>
              <a:off x="819773" y="103353"/>
              <a:ext cx="585460" cy="585460"/>
              <a:chOff x="0" y="0"/>
              <a:chExt cx="812800" cy="812800"/>
            </a:xfrm>
          </p:grpSpPr>
          <p:sp>
            <p:nvSpPr>
              <p:cNvPr id="155" name="Google Shape;155;p7"/>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sp>
          <p:sp>
            <p:nvSpPr>
              <p:cNvPr id="156" name="Google Shape;156;p7"/>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7" name="Google Shape;157;p7"/>
            <p:cNvGrpSpPr/>
            <p:nvPr/>
          </p:nvGrpSpPr>
          <p:grpSpPr>
            <a:xfrm>
              <a:off x="1506605" y="103353"/>
              <a:ext cx="585460" cy="585460"/>
              <a:chOff x="0" y="0"/>
              <a:chExt cx="812800" cy="812800"/>
            </a:xfrm>
          </p:grpSpPr>
          <p:sp>
            <p:nvSpPr>
              <p:cNvPr id="158" name="Google Shape;158;p7"/>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sp>
          <p:sp>
            <p:nvSpPr>
              <p:cNvPr id="159" name="Google Shape;159;p7"/>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33" name="Google Shape;133;p7"/>
          <p:cNvSpPr txBox="1">
            <a:spLocks noGrp="1"/>
          </p:cNvSpPr>
          <p:nvPr>
            <p:ph type="title" hasCustomPrompt="1"/>
          </p:nvPr>
        </p:nvSpPr>
        <p:spPr>
          <a:xfrm>
            <a:off x="1552200" y="1568939"/>
            <a:ext cx="15183600" cy="1968011"/>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150, str</a:t>
            </a:r>
            <a:endParaRPr dirty="0"/>
          </a:p>
        </p:txBody>
      </p:sp>
      <p:sp>
        <p:nvSpPr>
          <p:cNvPr id="134" name="Google Shape;134;p7"/>
          <p:cNvSpPr txBox="1">
            <a:spLocks noGrp="1"/>
          </p:cNvSpPr>
          <p:nvPr>
            <p:ph type="body" idx="1" hasCustomPrompt="1"/>
          </p:nvPr>
        </p:nvSpPr>
        <p:spPr>
          <a:xfrm>
            <a:off x="2560938" y="5437200"/>
            <a:ext cx="64638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r>
              <a:rPr lang="en-US" dirty="0"/>
              <a:t>Content1, 400, str</a:t>
            </a:r>
            <a:endParaRPr dirty="0"/>
          </a:p>
        </p:txBody>
      </p:sp>
      <p:sp>
        <p:nvSpPr>
          <p:cNvPr id="135" name="Google Shape;135;p7"/>
          <p:cNvSpPr txBox="1">
            <a:spLocks noGrp="1"/>
          </p:cNvSpPr>
          <p:nvPr>
            <p:ph type="body" idx="2" hasCustomPrompt="1"/>
          </p:nvPr>
        </p:nvSpPr>
        <p:spPr>
          <a:xfrm>
            <a:off x="9260867" y="5437200"/>
            <a:ext cx="6466200" cy="3951300"/>
          </a:xfrm>
          <a:prstGeom prst="rect">
            <a:avLst/>
          </a:prstGeom>
          <a:noFill/>
          <a:ln>
            <a:noFill/>
          </a:ln>
        </p:spPr>
        <p:txBody>
          <a:bodyPr spcFirstLastPara="1" wrap="square" lIns="91425" tIns="45700" rIns="91425" bIns="45700" anchor="t" anchorCtr="0">
            <a:normAutofit/>
          </a:bodyPr>
          <a:lstStyle>
            <a:lvl1pPr marL="76200" lvl="0" indent="0" algn="l">
              <a:spcBef>
                <a:spcPts val="480"/>
              </a:spcBef>
              <a:spcAft>
                <a:spcPts val="0"/>
              </a:spcAft>
              <a:buClr>
                <a:schemeClr val="dk1"/>
              </a:buClr>
              <a:buSzPts val="2400"/>
              <a:buNone/>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marL="457200" marR="0" lvl="0" indent="-381000" algn="l" defTabSz="914400" rtl="0" eaLnBrk="1" fontAlgn="auto" latinLnBrk="0" hangingPunct="1">
              <a:lnSpc>
                <a:spcPct val="100000"/>
              </a:lnSpc>
              <a:spcBef>
                <a:spcPts val="480"/>
              </a:spcBef>
              <a:spcAft>
                <a:spcPts val="0"/>
              </a:spcAft>
              <a:buClr>
                <a:schemeClr val="dk1"/>
              </a:buClr>
              <a:buSzPts val="2400"/>
              <a:buFont typeface="Impact"/>
              <a:buChar char="•"/>
              <a:tabLst/>
              <a:defRPr/>
            </a:pPr>
            <a:r>
              <a:rPr lang="en-US" dirty="0"/>
              <a:t>Content2, 400, str</a:t>
            </a:r>
          </a:p>
          <a:p>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6"/>
        <p:cNvGrpSpPr/>
        <p:nvPr/>
      </p:nvGrpSpPr>
      <p:grpSpPr>
        <a:xfrm>
          <a:off x="0" y="0"/>
          <a:ext cx="0" cy="0"/>
          <a:chOff x="0" y="0"/>
          <a:chExt cx="0" cy="0"/>
        </a:xfrm>
      </p:grpSpPr>
      <p:pic>
        <p:nvPicPr>
          <p:cNvPr id="217" name="Google Shape;217;p10"/>
          <p:cNvPicPr preferRelativeResize="0"/>
          <p:nvPr/>
        </p:nvPicPr>
        <p:blipFill>
          <a:blip r:embed="rId2">
            <a:alphaModFix/>
          </a:blip>
          <a:stretch>
            <a:fillRect/>
          </a:stretch>
        </p:blipFill>
        <p:spPr>
          <a:xfrm>
            <a:off x="-8909825" y="-3093375"/>
            <a:ext cx="14729825" cy="14305475"/>
          </a:xfrm>
          <a:prstGeom prst="rect">
            <a:avLst/>
          </a:prstGeom>
          <a:noFill/>
          <a:ln>
            <a:noFill/>
          </a:ln>
        </p:spPr>
      </p:pic>
      <p:grpSp>
        <p:nvGrpSpPr>
          <p:cNvPr id="218" name="Google Shape;218;p10"/>
          <p:cNvGrpSpPr/>
          <p:nvPr/>
        </p:nvGrpSpPr>
        <p:grpSpPr>
          <a:xfrm>
            <a:off x="599292" y="321471"/>
            <a:ext cx="17089425" cy="9463331"/>
            <a:chOff x="0" y="-241102"/>
            <a:chExt cx="22785900" cy="12617775"/>
          </a:xfrm>
        </p:grpSpPr>
        <p:grpSp>
          <p:nvGrpSpPr>
            <p:cNvPr id="219" name="Google Shape;219;p10"/>
            <p:cNvGrpSpPr/>
            <p:nvPr/>
          </p:nvGrpSpPr>
          <p:grpSpPr>
            <a:xfrm>
              <a:off x="0" y="-241102"/>
              <a:ext cx="22785887" cy="12617775"/>
              <a:chOff x="0" y="-47625"/>
              <a:chExt cx="4500916" cy="2492400"/>
            </a:xfrm>
          </p:grpSpPr>
          <p:sp>
            <p:nvSpPr>
              <p:cNvPr id="220" name="Google Shape;220;p10"/>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sp>
          <p:sp>
            <p:nvSpPr>
              <p:cNvPr id="221" name="Google Shape;221;p10"/>
              <p:cNvSpPr txBox="1"/>
              <p:nvPr/>
            </p:nvSpPr>
            <p:spPr>
              <a:xfrm>
                <a:off x="0" y="-47625"/>
                <a:ext cx="4500900" cy="2492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222" name="Google Shape;222;p10"/>
            <p:cNvCxnSpPr/>
            <p:nvPr/>
          </p:nvCxnSpPr>
          <p:spPr>
            <a:xfrm>
              <a:off x="7352182"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223" name="Google Shape;223;p10"/>
            <p:cNvCxnSpPr/>
            <p:nvPr/>
          </p:nvCxnSpPr>
          <p:spPr>
            <a:xfrm>
              <a:off x="15433707"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224" name="Google Shape;224;p10"/>
            <p:cNvCxnSpPr/>
            <p:nvPr/>
          </p:nvCxnSpPr>
          <p:spPr>
            <a:xfrm>
              <a:off x="0" y="813022"/>
              <a:ext cx="22785900" cy="0"/>
            </a:xfrm>
            <a:prstGeom prst="straightConnector1">
              <a:avLst/>
            </a:prstGeom>
            <a:noFill/>
            <a:ln w="38100" cap="flat" cmpd="sng">
              <a:solidFill>
                <a:srgbClr val="000000"/>
              </a:solidFill>
              <a:prstDash val="solid"/>
              <a:round/>
              <a:headEnd type="none" w="sm" len="sm"/>
              <a:tailEnd type="none" w="sm" len="sm"/>
            </a:ln>
          </p:spPr>
        </p:cxnSp>
        <p:grpSp>
          <p:nvGrpSpPr>
            <p:cNvPr id="225" name="Google Shape;225;p10"/>
            <p:cNvGrpSpPr/>
            <p:nvPr/>
          </p:nvGrpSpPr>
          <p:grpSpPr>
            <a:xfrm rot="-5400000">
              <a:off x="21891605" y="145102"/>
              <a:ext cx="478739" cy="506790"/>
              <a:chOff x="0" y="-47625"/>
              <a:chExt cx="812800" cy="860425"/>
            </a:xfrm>
          </p:grpSpPr>
          <p:sp>
            <p:nvSpPr>
              <p:cNvPr id="226" name="Google Shape;226;p10"/>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227" name="Google Shape;227;p10"/>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8" name="Google Shape;228;p10"/>
            <p:cNvGrpSpPr/>
            <p:nvPr/>
          </p:nvGrpSpPr>
          <p:grpSpPr>
            <a:xfrm rot="5400000">
              <a:off x="19512172" y="141499"/>
              <a:ext cx="478739" cy="506790"/>
              <a:chOff x="0" y="-47625"/>
              <a:chExt cx="812800" cy="860425"/>
            </a:xfrm>
          </p:grpSpPr>
          <p:sp>
            <p:nvSpPr>
              <p:cNvPr id="229" name="Google Shape;229;p10"/>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230" name="Google Shape;230;p10"/>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3" name="Google Shape;233;p10"/>
            <p:cNvGrpSpPr/>
            <p:nvPr/>
          </p:nvGrpSpPr>
          <p:grpSpPr>
            <a:xfrm>
              <a:off x="132942" y="103353"/>
              <a:ext cx="585460" cy="585460"/>
              <a:chOff x="0" y="0"/>
              <a:chExt cx="812800" cy="812800"/>
            </a:xfrm>
          </p:grpSpPr>
          <p:sp>
            <p:nvSpPr>
              <p:cNvPr id="234" name="Google Shape;234;p10"/>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sp>
          <p:sp>
            <p:nvSpPr>
              <p:cNvPr id="235" name="Google Shape;235;p10"/>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6" name="Google Shape;236;p10"/>
            <p:cNvGrpSpPr/>
            <p:nvPr/>
          </p:nvGrpSpPr>
          <p:grpSpPr>
            <a:xfrm>
              <a:off x="819773" y="103353"/>
              <a:ext cx="585460" cy="585460"/>
              <a:chOff x="0" y="0"/>
              <a:chExt cx="812800" cy="812800"/>
            </a:xfrm>
          </p:grpSpPr>
          <p:sp>
            <p:nvSpPr>
              <p:cNvPr id="237" name="Google Shape;237;p10"/>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sp>
          <p:sp>
            <p:nvSpPr>
              <p:cNvPr id="238" name="Google Shape;238;p10"/>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9" name="Google Shape;239;p10"/>
            <p:cNvGrpSpPr/>
            <p:nvPr/>
          </p:nvGrpSpPr>
          <p:grpSpPr>
            <a:xfrm>
              <a:off x="1506605" y="103353"/>
              <a:ext cx="585460" cy="585460"/>
              <a:chOff x="0" y="0"/>
              <a:chExt cx="812800" cy="812800"/>
            </a:xfrm>
          </p:grpSpPr>
          <p:sp>
            <p:nvSpPr>
              <p:cNvPr id="240" name="Google Shape;240;p10"/>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sp>
          <p:sp>
            <p:nvSpPr>
              <p:cNvPr id="241" name="Google Shape;241;p10"/>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42" name="Google Shape;242;p10"/>
          <p:cNvSpPr txBox="1">
            <a:spLocks noGrp="1"/>
          </p:cNvSpPr>
          <p:nvPr>
            <p:ph type="title" hasCustomPrompt="1"/>
          </p:nvPr>
        </p:nvSpPr>
        <p:spPr>
          <a:xfrm>
            <a:off x="1538250" y="1525748"/>
            <a:ext cx="15211500" cy="3301202"/>
          </a:xfrm>
          <a:prstGeom prst="rect">
            <a:avLst/>
          </a:prstGeom>
          <a:noFill/>
          <a:ln>
            <a:noFill/>
          </a:ln>
        </p:spPr>
        <p:txBody>
          <a:bodyPr spcFirstLastPara="1" wrap="square" lIns="91425" tIns="45700" rIns="91425" bIns="45700" anchor="b" anchorCtr="0">
            <a:normAutofit/>
          </a:bodyPr>
          <a:lstStyle>
            <a:lvl1pPr lvl="0">
              <a:spcBef>
                <a:spcPts val="0"/>
              </a:spcBef>
              <a:spcAft>
                <a:spcPts val="0"/>
              </a:spcAft>
              <a:buClr>
                <a:schemeClr val="dk1"/>
              </a:buClr>
              <a:buSzPts val="11500"/>
              <a:buNone/>
              <a:defRPr sz="6600" b="1"/>
            </a:lvl1pPr>
            <a:lvl2pPr lvl="1">
              <a:spcBef>
                <a:spcPts val="0"/>
              </a:spcBef>
              <a:spcAft>
                <a:spcPts val="0"/>
              </a:spcAft>
              <a:buSzPts val="11500"/>
              <a:buFont typeface="Impact"/>
              <a:buNone/>
              <a:defRPr sz="11500">
                <a:latin typeface="Impact"/>
                <a:ea typeface="Impact"/>
                <a:cs typeface="Impact"/>
                <a:sym typeface="Impact"/>
              </a:defRPr>
            </a:lvl2pPr>
            <a:lvl3pPr lvl="2">
              <a:spcBef>
                <a:spcPts val="0"/>
              </a:spcBef>
              <a:spcAft>
                <a:spcPts val="0"/>
              </a:spcAft>
              <a:buSzPts val="11500"/>
              <a:buFont typeface="Impact"/>
              <a:buNone/>
              <a:defRPr sz="11500">
                <a:latin typeface="Impact"/>
                <a:ea typeface="Impact"/>
                <a:cs typeface="Impact"/>
                <a:sym typeface="Impact"/>
              </a:defRPr>
            </a:lvl3pPr>
            <a:lvl4pPr lvl="3">
              <a:spcBef>
                <a:spcPts val="0"/>
              </a:spcBef>
              <a:spcAft>
                <a:spcPts val="0"/>
              </a:spcAft>
              <a:buSzPts val="11500"/>
              <a:buFont typeface="Impact"/>
              <a:buNone/>
              <a:defRPr sz="11500">
                <a:latin typeface="Impact"/>
                <a:ea typeface="Impact"/>
                <a:cs typeface="Impact"/>
                <a:sym typeface="Impact"/>
              </a:defRPr>
            </a:lvl4pPr>
            <a:lvl5pPr lvl="4">
              <a:spcBef>
                <a:spcPts val="0"/>
              </a:spcBef>
              <a:spcAft>
                <a:spcPts val="0"/>
              </a:spcAft>
              <a:buSzPts val="11500"/>
              <a:buFont typeface="Impact"/>
              <a:buNone/>
              <a:defRPr sz="11500">
                <a:latin typeface="Impact"/>
                <a:ea typeface="Impact"/>
                <a:cs typeface="Impact"/>
                <a:sym typeface="Impact"/>
              </a:defRPr>
            </a:lvl5pPr>
            <a:lvl6pPr lvl="5">
              <a:spcBef>
                <a:spcPts val="0"/>
              </a:spcBef>
              <a:spcAft>
                <a:spcPts val="0"/>
              </a:spcAft>
              <a:buSzPts val="11500"/>
              <a:buFont typeface="Impact"/>
              <a:buNone/>
              <a:defRPr sz="11500">
                <a:latin typeface="Impact"/>
                <a:ea typeface="Impact"/>
                <a:cs typeface="Impact"/>
                <a:sym typeface="Impact"/>
              </a:defRPr>
            </a:lvl6pPr>
            <a:lvl7pPr lvl="6">
              <a:spcBef>
                <a:spcPts val="0"/>
              </a:spcBef>
              <a:spcAft>
                <a:spcPts val="0"/>
              </a:spcAft>
              <a:buSzPts val="11500"/>
              <a:buFont typeface="Impact"/>
              <a:buNone/>
              <a:defRPr sz="11500">
                <a:latin typeface="Impact"/>
                <a:ea typeface="Impact"/>
                <a:cs typeface="Impact"/>
                <a:sym typeface="Impact"/>
              </a:defRPr>
            </a:lvl7pPr>
            <a:lvl8pPr lvl="7">
              <a:spcBef>
                <a:spcPts val="0"/>
              </a:spcBef>
              <a:spcAft>
                <a:spcPts val="0"/>
              </a:spcAft>
              <a:buSzPts val="11500"/>
              <a:buFont typeface="Impact"/>
              <a:buNone/>
              <a:defRPr sz="11500">
                <a:latin typeface="Impact"/>
                <a:ea typeface="Impact"/>
                <a:cs typeface="Impact"/>
                <a:sym typeface="Impact"/>
              </a:defRPr>
            </a:lvl8pPr>
            <a:lvl9pPr lvl="8">
              <a:spcBef>
                <a:spcPts val="0"/>
              </a:spcBef>
              <a:spcAft>
                <a:spcPts val="0"/>
              </a:spcAft>
              <a:buSzPts val="11500"/>
              <a:buFont typeface="Impact"/>
              <a:buNone/>
              <a:defRPr sz="11500">
                <a:latin typeface="Impact"/>
                <a:ea typeface="Impact"/>
                <a:cs typeface="Impact"/>
                <a:sym typeface="Impact"/>
              </a:defRPr>
            </a:lvl9pPr>
          </a:lstStyle>
          <a:p>
            <a:r>
              <a:rPr lang="en-US" dirty="0"/>
              <a:t>Title, 200, str</a:t>
            </a:r>
            <a:endParaRPr dirty="0"/>
          </a:p>
        </p:txBody>
      </p:sp>
      <p:sp>
        <p:nvSpPr>
          <p:cNvPr id="243" name="Google Shape;243;p10"/>
          <p:cNvSpPr>
            <a:spLocks noGrp="1"/>
          </p:cNvSpPr>
          <p:nvPr>
            <p:ph type="pic" idx="2" hasCustomPrompt="1"/>
          </p:nvPr>
        </p:nvSpPr>
        <p:spPr>
          <a:xfrm>
            <a:off x="11526463" y="4826950"/>
            <a:ext cx="5486400" cy="4114800"/>
          </a:xfrm>
          <a:prstGeom prst="rect">
            <a:avLst/>
          </a:prstGeom>
          <a:noFill/>
          <a:ln>
            <a:noFill/>
          </a:ln>
        </p:spPr>
        <p:txBody>
          <a:bodyPr/>
          <a:lstStyle>
            <a:lvl1pPr>
              <a:defRPr/>
            </a:lvl1pPr>
          </a:lstStyle>
          <a:p>
            <a:r>
              <a:rPr lang="en-US" dirty="0"/>
              <a:t>Image, 0, </a:t>
            </a:r>
            <a:r>
              <a:rPr lang="en-US" dirty="0" err="1"/>
              <a:t>img</a:t>
            </a:r>
            <a:endParaRPr lang="en-US" dirty="0"/>
          </a:p>
        </p:txBody>
      </p:sp>
      <p:sp>
        <p:nvSpPr>
          <p:cNvPr id="244" name="Google Shape;244;p10"/>
          <p:cNvSpPr txBox="1">
            <a:spLocks noGrp="1"/>
          </p:cNvSpPr>
          <p:nvPr>
            <p:ph type="body" idx="1" hasCustomPrompt="1"/>
          </p:nvPr>
        </p:nvSpPr>
        <p:spPr>
          <a:xfrm>
            <a:off x="1538250" y="5460050"/>
            <a:ext cx="8748750" cy="34817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400"/>
              <a:buNone/>
              <a:defRPr/>
            </a:lvl1pPr>
            <a:lvl2pPr marL="914400" lvl="1" indent="-228600" algn="l">
              <a:spcBef>
                <a:spcPts val="240"/>
              </a:spcBef>
              <a:spcAft>
                <a:spcPts val="0"/>
              </a:spcAft>
              <a:buClr>
                <a:schemeClr val="dk1"/>
              </a:buClr>
              <a:buSzPts val="2400"/>
              <a:buNone/>
              <a:defRPr/>
            </a:lvl2pPr>
            <a:lvl3pPr marL="1371600" lvl="2" indent="-228600" algn="l">
              <a:spcBef>
                <a:spcPts val="200"/>
              </a:spcBef>
              <a:spcAft>
                <a:spcPts val="0"/>
              </a:spcAft>
              <a:buClr>
                <a:schemeClr val="dk1"/>
              </a:buClr>
              <a:buSzPts val="2400"/>
              <a:buNone/>
              <a:defRPr/>
            </a:lvl3pPr>
            <a:lvl4pPr marL="1828800" lvl="3" indent="-228600" algn="l">
              <a:spcBef>
                <a:spcPts val="180"/>
              </a:spcBef>
              <a:spcAft>
                <a:spcPts val="0"/>
              </a:spcAft>
              <a:buClr>
                <a:schemeClr val="dk1"/>
              </a:buClr>
              <a:buSzPts val="2400"/>
              <a:buNone/>
              <a:defRPr/>
            </a:lvl4pPr>
            <a:lvl5pPr marL="2286000" lvl="4" indent="-228600" algn="l">
              <a:spcBef>
                <a:spcPts val="180"/>
              </a:spcBef>
              <a:spcAft>
                <a:spcPts val="0"/>
              </a:spcAft>
              <a:buClr>
                <a:schemeClr val="dk1"/>
              </a:buClr>
              <a:buSzPts val="2400"/>
              <a:buNone/>
              <a:defRPr/>
            </a:lvl5pPr>
            <a:lvl6pPr marL="2743200" lvl="5" indent="-228600" algn="l">
              <a:spcBef>
                <a:spcPts val="180"/>
              </a:spcBef>
              <a:spcAft>
                <a:spcPts val="0"/>
              </a:spcAft>
              <a:buClr>
                <a:schemeClr val="dk1"/>
              </a:buClr>
              <a:buSzPts val="2400"/>
              <a:buNone/>
              <a:defRPr/>
            </a:lvl6pPr>
            <a:lvl7pPr marL="3200400" lvl="6" indent="-228600" algn="l">
              <a:spcBef>
                <a:spcPts val="180"/>
              </a:spcBef>
              <a:spcAft>
                <a:spcPts val="0"/>
              </a:spcAft>
              <a:buClr>
                <a:schemeClr val="dk1"/>
              </a:buClr>
              <a:buSzPts val="2400"/>
              <a:buNone/>
              <a:defRPr/>
            </a:lvl7pPr>
            <a:lvl8pPr marL="3657600" lvl="7" indent="-228600" algn="l">
              <a:spcBef>
                <a:spcPts val="180"/>
              </a:spcBef>
              <a:spcAft>
                <a:spcPts val="0"/>
              </a:spcAft>
              <a:buClr>
                <a:schemeClr val="dk1"/>
              </a:buClr>
              <a:buSzPts val="2400"/>
              <a:buNone/>
              <a:defRPr/>
            </a:lvl8pPr>
            <a:lvl9pPr marL="4114800" lvl="8" indent="-228600" algn="l">
              <a:spcBef>
                <a:spcPts val="180"/>
              </a:spcBef>
              <a:spcAft>
                <a:spcPts val="0"/>
              </a:spcAft>
              <a:buClr>
                <a:schemeClr val="dk1"/>
              </a:buClr>
              <a:buSzPts val="2400"/>
              <a:buNone/>
              <a:defRPr/>
            </a:lvl9pPr>
          </a:lstStyle>
          <a:p>
            <a:r>
              <a:rPr lang="en-US" dirty="0"/>
              <a:t>Content, 400, str</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pic>
        <p:nvPicPr>
          <p:cNvPr id="161" name="Google Shape;161;p8"/>
          <p:cNvPicPr preferRelativeResize="0"/>
          <p:nvPr/>
        </p:nvPicPr>
        <p:blipFill>
          <a:blip r:embed="rId2">
            <a:alphaModFix/>
          </a:blip>
          <a:stretch>
            <a:fillRect/>
          </a:stretch>
        </p:blipFill>
        <p:spPr>
          <a:xfrm>
            <a:off x="-6626128" y="-5626212"/>
            <a:ext cx="29625779" cy="21539424"/>
          </a:xfrm>
          <a:prstGeom prst="rect">
            <a:avLst/>
          </a:prstGeom>
          <a:noFill/>
          <a:ln>
            <a:noFill/>
          </a:ln>
        </p:spPr>
      </p:pic>
      <p:grpSp>
        <p:nvGrpSpPr>
          <p:cNvPr id="162" name="Google Shape;162;p8"/>
          <p:cNvGrpSpPr/>
          <p:nvPr/>
        </p:nvGrpSpPr>
        <p:grpSpPr>
          <a:xfrm>
            <a:off x="599292" y="321471"/>
            <a:ext cx="17089425" cy="9463331"/>
            <a:chOff x="0" y="-241102"/>
            <a:chExt cx="22785900" cy="12617775"/>
          </a:xfrm>
        </p:grpSpPr>
        <p:grpSp>
          <p:nvGrpSpPr>
            <p:cNvPr id="163" name="Google Shape;163;p8"/>
            <p:cNvGrpSpPr/>
            <p:nvPr/>
          </p:nvGrpSpPr>
          <p:grpSpPr>
            <a:xfrm>
              <a:off x="0" y="-241102"/>
              <a:ext cx="22785887" cy="12617775"/>
              <a:chOff x="0" y="-47625"/>
              <a:chExt cx="4500916" cy="2492400"/>
            </a:xfrm>
          </p:grpSpPr>
          <p:sp>
            <p:nvSpPr>
              <p:cNvPr id="164" name="Google Shape;164;p8"/>
              <p:cNvSpPr/>
              <p:nvPr/>
            </p:nvSpPr>
            <p:spPr>
              <a:xfrm>
                <a:off x="0" y="0"/>
                <a:ext cx="4500916" cy="2444749"/>
              </a:xfrm>
              <a:custGeom>
                <a:avLst/>
                <a:gdLst/>
                <a:ahLst/>
                <a:cxnLst/>
                <a:rect l="l" t="t" r="r" b="b"/>
                <a:pathLst>
                  <a:path w="4500916" h="2444749" extrusionOk="0">
                    <a:moveTo>
                      <a:pt x="0" y="0"/>
                    </a:moveTo>
                    <a:lnTo>
                      <a:pt x="4500916" y="0"/>
                    </a:lnTo>
                    <a:lnTo>
                      <a:pt x="4500916" y="2444749"/>
                    </a:lnTo>
                    <a:lnTo>
                      <a:pt x="0" y="2444749"/>
                    </a:lnTo>
                    <a:close/>
                  </a:path>
                </a:pathLst>
              </a:custGeom>
              <a:solidFill>
                <a:srgbClr val="000000">
                  <a:alpha val="0"/>
                </a:srgbClr>
              </a:solidFill>
              <a:ln w="28575" cap="sq" cmpd="sng">
                <a:solidFill>
                  <a:srgbClr val="000000"/>
                </a:solidFill>
                <a:prstDash val="solid"/>
                <a:miter lim="8000"/>
                <a:headEnd type="none" w="sm" len="sm"/>
                <a:tailEnd type="none" w="sm" len="sm"/>
              </a:ln>
            </p:spPr>
          </p:sp>
          <p:sp>
            <p:nvSpPr>
              <p:cNvPr id="165" name="Google Shape;165;p8"/>
              <p:cNvSpPr txBox="1"/>
              <p:nvPr/>
            </p:nvSpPr>
            <p:spPr>
              <a:xfrm>
                <a:off x="0" y="-47625"/>
                <a:ext cx="4500900" cy="2492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66" name="Google Shape;166;p8"/>
            <p:cNvCxnSpPr/>
            <p:nvPr/>
          </p:nvCxnSpPr>
          <p:spPr>
            <a:xfrm>
              <a:off x="7352182"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167" name="Google Shape;167;p8"/>
            <p:cNvCxnSpPr/>
            <p:nvPr/>
          </p:nvCxnSpPr>
          <p:spPr>
            <a:xfrm>
              <a:off x="15433707" y="0"/>
              <a:ext cx="0" cy="794100"/>
            </a:xfrm>
            <a:prstGeom prst="straightConnector1">
              <a:avLst/>
            </a:prstGeom>
            <a:noFill/>
            <a:ln w="38100" cap="flat" cmpd="sng">
              <a:solidFill>
                <a:srgbClr val="000000"/>
              </a:solidFill>
              <a:prstDash val="solid"/>
              <a:round/>
              <a:headEnd type="none" w="sm" len="sm"/>
              <a:tailEnd type="none" w="sm" len="sm"/>
            </a:ln>
          </p:spPr>
        </p:cxnSp>
        <p:cxnSp>
          <p:nvCxnSpPr>
            <p:cNvPr id="168" name="Google Shape;168;p8"/>
            <p:cNvCxnSpPr/>
            <p:nvPr/>
          </p:nvCxnSpPr>
          <p:spPr>
            <a:xfrm>
              <a:off x="0" y="813022"/>
              <a:ext cx="22785900" cy="0"/>
            </a:xfrm>
            <a:prstGeom prst="straightConnector1">
              <a:avLst/>
            </a:prstGeom>
            <a:noFill/>
            <a:ln w="38100" cap="flat" cmpd="sng">
              <a:solidFill>
                <a:srgbClr val="000000"/>
              </a:solidFill>
              <a:prstDash val="solid"/>
              <a:round/>
              <a:headEnd type="none" w="sm" len="sm"/>
              <a:tailEnd type="none" w="sm" len="sm"/>
            </a:ln>
          </p:spPr>
        </p:cxnSp>
        <p:grpSp>
          <p:nvGrpSpPr>
            <p:cNvPr id="169" name="Google Shape;169;p8"/>
            <p:cNvGrpSpPr/>
            <p:nvPr/>
          </p:nvGrpSpPr>
          <p:grpSpPr>
            <a:xfrm rot="-5400000">
              <a:off x="21891605" y="145102"/>
              <a:ext cx="478739" cy="506790"/>
              <a:chOff x="0" y="-47625"/>
              <a:chExt cx="812800" cy="860425"/>
            </a:xfrm>
          </p:grpSpPr>
          <p:sp>
            <p:nvSpPr>
              <p:cNvPr id="170" name="Google Shape;170;p8"/>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171" name="Google Shape;171;p8"/>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 name="Google Shape;172;p8"/>
            <p:cNvGrpSpPr/>
            <p:nvPr/>
          </p:nvGrpSpPr>
          <p:grpSpPr>
            <a:xfrm rot="5400000">
              <a:off x="19512172" y="141499"/>
              <a:ext cx="478739" cy="506790"/>
              <a:chOff x="0" y="-47625"/>
              <a:chExt cx="812800" cy="860425"/>
            </a:xfrm>
          </p:grpSpPr>
          <p:sp>
            <p:nvSpPr>
              <p:cNvPr id="173" name="Google Shape;173;p8"/>
              <p:cNvSpPr/>
              <p:nvPr/>
            </p:nvSpPr>
            <p:spPr>
              <a:xfrm>
                <a:off x="0" y="0"/>
                <a:ext cx="812800" cy="812800"/>
              </a:xfrm>
              <a:custGeom>
                <a:avLst/>
                <a:gdLst/>
                <a:ahLst/>
                <a:cxnLst/>
                <a:rect l="l" t="t" r="r" b="b"/>
                <a:pathLst>
                  <a:path w="812800" h="812800" extrusionOk="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5DB647"/>
              </a:solidFill>
              <a:ln w="28575" cap="sq" cmpd="sng">
                <a:solidFill>
                  <a:srgbClr val="000000"/>
                </a:solidFill>
                <a:prstDash val="solid"/>
                <a:miter lim="8000"/>
                <a:headEnd type="none" w="sm" len="sm"/>
                <a:tailEnd type="none" w="sm" len="sm"/>
              </a:ln>
            </p:spPr>
          </p:sp>
          <p:sp>
            <p:nvSpPr>
              <p:cNvPr id="174" name="Google Shape;174;p8"/>
              <p:cNvSpPr txBox="1"/>
              <p:nvPr/>
            </p:nvSpPr>
            <p:spPr>
              <a:xfrm>
                <a:off x="203200" y="-47625"/>
                <a:ext cx="406500" cy="7587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7" name="Google Shape;177;p8"/>
            <p:cNvGrpSpPr/>
            <p:nvPr/>
          </p:nvGrpSpPr>
          <p:grpSpPr>
            <a:xfrm>
              <a:off x="132942" y="103353"/>
              <a:ext cx="585460" cy="585460"/>
              <a:chOff x="0" y="0"/>
              <a:chExt cx="812800" cy="812800"/>
            </a:xfrm>
          </p:grpSpPr>
          <p:sp>
            <p:nvSpPr>
              <p:cNvPr id="178" name="Google Shape;178;p8"/>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5DB647"/>
              </a:solidFill>
              <a:ln w="28575" cap="sq" cmpd="sng">
                <a:solidFill>
                  <a:srgbClr val="000000"/>
                </a:solidFill>
                <a:prstDash val="solid"/>
                <a:miter lim="8000"/>
                <a:headEnd type="none" w="sm" len="sm"/>
                <a:tailEnd type="none" w="sm" len="sm"/>
              </a:ln>
            </p:spPr>
          </p:sp>
          <p:sp>
            <p:nvSpPr>
              <p:cNvPr id="179" name="Google Shape;179;p8"/>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0" name="Google Shape;180;p8"/>
            <p:cNvGrpSpPr/>
            <p:nvPr/>
          </p:nvGrpSpPr>
          <p:grpSpPr>
            <a:xfrm>
              <a:off x="819773" y="103353"/>
              <a:ext cx="585460" cy="585460"/>
              <a:chOff x="0" y="0"/>
              <a:chExt cx="812800" cy="812800"/>
            </a:xfrm>
          </p:grpSpPr>
          <p:sp>
            <p:nvSpPr>
              <p:cNvPr id="181" name="Google Shape;181;p8"/>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45B5B"/>
              </a:solidFill>
              <a:ln w="28575" cap="sq" cmpd="sng">
                <a:solidFill>
                  <a:srgbClr val="000000"/>
                </a:solidFill>
                <a:prstDash val="solid"/>
                <a:miter lim="8000"/>
                <a:headEnd type="none" w="sm" len="sm"/>
                <a:tailEnd type="none" w="sm" len="sm"/>
              </a:ln>
            </p:spPr>
          </p:sp>
          <p:sp>
            <p:nvSpPr>
              <p:cNvPr id="182" name="Google Shape;182;p8"/>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3" name="Google Shape;183;p8"/>
            <p:cNvGrpSpPr/>
            <p:nvPr/>
          </p:nvGrpSpPr>
          <p:grpSpPr>
            <a:xfrm>
              <a:off x="1506605" y="103353"/>
              <a:ext cx="585460" cy="585460"/>
              <a:chOff x="0" y="0"/>
              <a:chExt cx="812800" cy="812800"/>
            </a:xfrm>
          </p:grpSpPr>
          <p:sp>
            <p:nvSpPr>
              <p:cNvPr id="184" name="Google Shape;184;p8"/>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ED7843"/>
              </a:solidFill>
              <a:ln w="28575" cap="sq" cmpd="sng">
                <a:solidFill>
                  <a:srgbClr val="000000"/>
                </a:solidFill>
                <a:prstDash val="solid"/>
                <a:miter lim="8000"/>
                <a:headEnd type="none" w="sm" len="sm"/>
                <a:tailEnd type="none" w="sm" len="sm"/>
              </a:ln>
            </p:spPr>
          </p:sp>
          <p:sp>
            <p:nvSpPr>
              <p:cNvPr id="185" name="Google Shape;185;p8"/>
              <p:cNvSpPr txBox="1"/>
              <p:nvPr/>
            </p:nvSpPr>
            <p:spPr>
              <a:xfrm>
                <a:off x="190500" y="142875"/>
                <a:ext cx="431700" cy="479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86" name="Google Shape;186;p8"/>
          <p:cNvSpPr txBox="1">
            <a:spLocks noGrp="1"/>
          </p:cNvSpPr>
          <p:nvPr>
            <p:ph type="title" hasCustomPrompt="1"/>
          </p:nvPr>
        </p:nvSpPr>
        <p:spPr>
          <a:xfrm>
            <a:off x="1552169" y="2698596"/>
            <a:ext cx="15183600" cy="478484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Outro, 150, str</a:t>
            </a:r>
            <a:endParaRPr dirty="0"/>
          </a:p>
        </p:txBody>
      </p:sp>
      <p:pic>
        <p:nvPicPr>
          <p:cNvPr id="2" name="Google Shape;1132;p30">
            <a:extLst>
              <a:ext uri="{FF2B5EF4-FFF2-40B4-BE49-F238E27FC236}">
                <a16:creationId xmlns:a16="http://schemas.microsoft.com/office/drawing/2014/main" id="{66EC5DAF-3C42-1F92-9309-0A1D571CB1E7}"/>
              </a:ext>
            </a:extLst>
          </p:cNvPr>
          <p:cNvPicPr preferRelativeResize="0"/>
          <p:nvPr userDrawn="1"/>
        </p:nvPicPr>
        <p:blipFill>
          <a:blip r:embed="rId3">
            <a:alphaModFix/>
          </a:blip>
          <a:stretch>
            <a:fillRect/>
          </a:stretch>
        </p:blipFill>
        <p:spPr>
          <a:xfrm>
            <a:off x="16555024" y="9400900"/>
            <a:ext cx="946980" cy="26445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0"/>
        <p:cNvGrpSpPr/>
        <p:nvPr/>
      </p:nvGrpSpPr>
      <p:grpSpPr>
        <a:xfrm>
          <a:off x="0" y="0"/>
          <a:ext cx="0" cy="0"/>
          <a:chOff x="0" y="0"/>
          <a:chExt cx="0" cy="0"/>
        </a:xfrm>
      </p:grpSpPr>
      <p:sp>
        <p:nvSpPr>
          <p:cNvPr id="3" name="Google Shape;6;p1">
            <a:extLst>
              <a:ext uri="{FF2B5EF4-FFF2-40B4-BE49-F238E27FC236}">
                <a16:creationId xmlns:a16="http://schemas.microsoft.com/office/drawing/2014/main" id="{671737FD-25C9-E6DA-BEC3-FC21C734D214}"/>
              </a:ext>
            </a:extLst>
          </p:cNvPr>
          <p:cNvSpPr txBox="1">
            <a:spLocks noGrp="1"/>
          </p:cNvSpPr>
          <p:nvPr>
            <p:ph type="title" hasCustomPrompt="1"/>
          </p:nvPr>
        </p:nvSpPr>
        <p:spPr>
          <a:xfrm>
            <a:off x="1133100" y="554050"/>
            <a:ext cx="158849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11500"/>
              <a:buFont typeface="Impact"/>
              <a:buNone/>
              <a:defRPr sz="7200" i="0" u="none" strike="noStrike" cap="none">
                <a:solidFill>
                  <a:schemeClr val="dk1"/>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a:t>
            </a:r>
            <a:endParaRPr dirty="0"/>
          </a:p>
        </p:txBody>
      </p:sp>
      <p:sp>
        <p:nvSpPr>
          <p:cNvPr id="4" name="Google Shape;7;p1">
            <a:extLst>
              <a:ext uri="{FF2B5EF4-FFF2-40B4-BE49-F238E27FC236}">
                <a16:creationId xmlns:a16="http://schemas.microsoft.com/office/drawing/2014/main" id="{9DF905D2-B023-DCBA-3CBA-8DE494E02B6A}"/>
              </a:ext>
            </a:extLst>
          </p:cNvPr>
          <p:cNvSpPr txBox="1">
            <a:spLocks noGrp="1"/>
          </p:cNvSpPr>
          <p:nvPr>
            <p:ph idx="1" hasCustomPrompt="1"/>
          </p:nvPr>
        </p:nvSpPr>
        <p:spPr>
          <a:xfrm>
            <a:off x="1133100" y="2880450"/>
            <a:ext cx="15884900" cy="633975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640"/>
              </a:spcBef>
              <a:spcAft>
                <a:spcPts val="0"/>
              </a:spcAft>
              <a:buClr>
                <a:schemeClr val="dk1"/>
              </a:buClr>
              <a:buSzPts val="2400"/>
              <a:buFont typeface="Impact"/>
              <a:buChar char="•"/>
              <a:defRPr sz="2800" i="0" u="none" strike="noStrike" cap="none">
                <a:solidFill>
                  <a:schemeClr val="dk1"/>
                </a:solidFill>
                <a:latin typeface="Impact"/>
                <a:ea typeface="Impact"/>
                <a:cs typeface="Impact"/>
                <a:sym typeface="Impact"/>
              </a:defRPr>
            </a:lvl1pPr>
            <a:lvl2pPr marL="914400" marR="0" lvl="1" indent="-381000" algn="l" rtl="0">
              <a:spcBef>
                <a:spcPts val="56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2pPr>
            <a:lvl3pPr marL="1371600" marR="0" lvl="2" indent="-381000" algn="l" rtl="0">
              <a:spcBef>
                <a:spcPts val="48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3pPr>
            <a:lvl4pPr marL="1828800" marR="0" lvl="3"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4pPr>
            <a:lvl5pPr marL="2286000" marR="0" lvl="4"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5pPr>
            <a:lvl6pPr marL="2743200" marR="0" lvl="5"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6pPr>
            <a:lvl7pPr marL="3200400" marR="0" lvl="6"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7pPr>
            <a:lvl8pPr marL="3657600" marR="0" lvl="7"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8pPr>
            <a:lvl9pPr marL="4114800" marR="0" lvl="8"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9pPr>
          </a:lstStyle>
          <a:p>
            <a:r>
              <a:rPr lang="en-US" dirty="0"/>
              <a:t>content</a:t>
            </a:r>
            <a:endParaRPr dirty="0"/>
          </a:p>
        </p:txBody>
      </p:sp>
    </p:spTree>
    <p:extLst>
      <p:ext uri="{BB962C8B-B14F-4D97-AF65-F5344CB8AC3E}">
        <p14:creationId xmlns:p14="http://schemas.microsoft.com/office/powerpoint/2010/main" val="4192077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0"/>
        <p:cNvGrpSpPr/>
        <p:nvPr/>
      </p:nvGrpSpPr>
      <p:grpSpPr>
        <a:xfrm>
          <a:off x="0" y="0"/>
          <a:ext cx="0" cy="0"/>
          <a:chOff x="0" y="0"/>
          <a:chExt cx="0" cy="0"/>
        </a:xfrm>
      </p:grpSpPr>
      <p:sp>
        <p:nvSpPr>
          <p:cNvPr id="3" name="Google Shape;6;p1">
            <a:extLst>
              <a:ext uri="{FF2B5EF4-FFF2-40B4-BE49-F238E27FC236}">
                <a16:creationId xmlns:a16="http://schemas.microsoft.com/office/drawing/2014/main" id="{671737FD-25C9-E6DA-BEC3-FC21C734D214}"/>
              </a:ext>
            </a:extLst>
          </p:cNvPr>
          <p:cNvSpPr txBox="1">
            <a:spLocks noGrp="1"/>
          </p:cNvSpPr>
          <p:nvPr>
            <p:ph type="title" hasCustomPrompt="1"/>
          </p:nvPr>
        </p:nvSpPr>
        <p:spPr>
          <a:xfrm>
            <a:off x="1133100" y="554050"/>
            <a:ext cx="158849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11500"/>
              <a:buFont typeface="Impact"/>
              <a:buNone/>
              <a:defRPr sz="7200" i="0" u="none" strike="noStrike" cap="none">
                <a:solidFill>
                  <a:schemeClr val="dk1"/>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100, str, 40</a:t>
            </a:r>
            <a:endParaRPr dirty="0"/>
          </a:p>
        </p:txBody>
      </p:sp>
      <p:pic>
        <p:nvPicPr>
          <p:cNvPr id="2" name="Google Shape;926;p25">
            <a:extLst>
              <a:ext uri="{FF2B5EF4-FFF2-40B4-BE49-F238E27FC236}">
                <a16:creationId xmlns:a16="http://schemas.microsoft.com/office/drawing/2014/main" id="{2D29B64C-4826-19E9-CBC0-9C98C53F8C94}"/>
              </a:ext>
            </a:extLst>
          </p:cNvPr>
          <p:cNvPicPr preferRelativeResize="0"/>
          <p:nvPr userDrawn="1"/>
        </p:nvPicPr>
        <p:blipFill>
          <a:blip r:embed="rId2">
            <a:alphaModFix/>
          </a:blip>
          <a:stretch>
            <a:fillRect/>
          </a:stretch>
        </p:blipFill>
        <p:spPr>
          <a:xfrm>
            <a:off x="16454875" y="2070494"/>
            <a:ext cx="1126250" cy="1217567"/>
          </a:xfrm>
          <a:prstGeom prst="rect">
            <a:avLst/>
          </a:prstGeom>
          <a:noFill/>
          <a:ln>
            <a:noFill/>
          </a:ln>
        </p:spPr>
      </p:pic>
      <p:graphicFrame>
        <p:nvGraphicFramePr>
          <p:cNvPr id="5" name="Diagram 4">
            <a:extLst>
              <a:ext uri="{FF2B5EF4-FFF2-40B4-BE49-F238E27FC236}">
                <a16:creationId xmlns:a16="http://schemas.microsoft.com/office/drawing/2014/main" id="{043B95E8-F1DB-1E1D-AF11-F0B878B7582D}"/>
              </a:ext>
            </a:extLst>
          </p:cNvPr>
          <p:cNvGraphicFramePr/>
          <p:nvPr userDrawn="1">
            <p:extLst>
              <p:ext uri="{D42A27DB-BD31-4B8C-83A1-F6EECF244321}">
                <p14:modId xmlns:p14="http://schemas.microsoft.com/office/powerpoint/2010/main" val="3439633997"/>
              </p:ext>
            </p:extLst>
          </p:nvPr>
        </p:nvGraphicFramePr>
        <p:xfrm>
          <a:off x="1349709" y="2400300"/>
          <a:ext cx="14973300" cy="6788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Placeholder 7">
            <a:extLst>
              <a:ext uri="{FF2B5EF4-FFF2-40B4-BE49-F238E27FC236}">
                <a16:creationId xmlns:a16="http://schemas.microsoft.com/office/drawing/2014/main" id="{FACFDC01-77E5-9C44-29FA-FE1791DFB7E7}"/>
              </a:ext>
            </a:extLst>
          </p:cNvPr>
          <p:cNvSpPr>
            <a:spLocks noGrp="1"/>
          </p:cNvSpPr>
          <p:nvPr>
            <p:ph type="body" sz="quarter" idx="11" hasCustomPrompt="1"/>
          </p:nvPr>
        </p:nvSpPr>
        <p:spPr>
          <a:xfrm>
            <a:off x="4088528" y="2650671"/>
            <a:ext cx="11379951" cy="1691329"/>
          </a:xfrm>
          <a:prstGeom prst="rect">
            <a:avLst/>
          </a:prstGeom>
          <a:solidFill>
            <a:schemeClr val="accent5">
              <a:lumMod val="90000"/>
            </a:schemeClr>
          </a:solidFill>
        </p:spPr>
        <p:txBody>
          <a:bodyPr>
            <a:normAutofit/>
          </a:bodyPr>
          <a:lstStyle>
            <a:lvl1pPr marL="41275" indent="0" algn="l">
              <a:lnSpc>
                <a:spcPct val="100000"/>
              </a:lnSpc>
              <a:buNone/>
              <a:defRPr sz="2600" spc="0">
                <a:solidFill>
                  <a:schemeClr val="tx1"/>
                </a:solidFill>
                <a:latin typeface="Times New Roman" panose="02020603050405020304" pitchFamily="18" charset="0"/>
                <a:cs typeface="Times New Roman" panose="02020603050405020304" pitchFamily="18" charset="0"/>
              </a:defRPr>
            </a:lvl1pPr>
          </a:lstStyle>
          <a:p>
            <a:pPr lvl="0"/>
            <a:r>
              <a:rPr lang="en-US" dirty="0"/>
              <a:t>Content1, 350, str, 24</a:t>
            </a:r>
          </a:p>
        </p:txBody>
      </p:sp>
      <p:sp>
        <p:nvSpPr>
          <p:cNvPr id="7" name="Text Placeholder 7">
            <a:extLst>
              <a:ext uri="{FF2B5EF4-FFF2-40B4-BE49-F238E27FC236}">
                <a16:creationId xmlns:a16="http://schemas.microsoft.com/office/drawing/2014/main" id="{D662BB97-FE0A-9F7B-0346-AB0DE4755972}"/>
              </a:ext>
            </a:extLst>
          </p:cNvPr>
          <p:cNvSpPr>
            <a:spLocks noGrp="1"/>
          </p:cNvSpPr>
          <p:nvPr>
            <p:ph type="body" sz="quarter" idx="12" hasCustomPrompt="1"/>
          </p:nvPr>
        </p:nvSpPr>
        <p:spPr>
          <a:xfrm>
            <a:off x="4088526" y="4976459"/>
            <a:ext cx="11379951" cy="1691328"/>
          </a:xfrm>
          <a:prstGeom prst="rect">
            <a:avLst/>
          </a:prstGeom>
          <a:solidFill>
            <a:schemeClr val="accent5">
              <a:lumMod val="90000"/>
            </a:schemeClr>
          </a:solidFill>
        </p:spPr>
        <p:txBody>
          <a:bodyPr>
            <a:normAutofit/>
          </a:bodyPr>
          <a:lstStyle>
            <a:lvl1pPr marL="41275" indent="0" algn="l">
              <a:lnSpc>
                <a:spcPct val="100000"/>
              </a:lnSpc>
              <a:buNone/>
              <a:defRPr sz="2600" spc="0">
                <a:solidFill>
                  <a:schemeClr val="tx1"/>
                </a:solidFill>
                <a:latin typeface="Times New Roman" panose="02020603050405020304" pitchFamily="18" charset="0"/>
                <a:cs typeface="Times New Roman" panose="02020603050405020304" pitchFamily="18" charset="0"/>
              </a:defRPr>
            </a:lvl1pPr>
          </a:lstStyle>
          <a:p>
            <a:pPr lvl="0"/>
            <a:r>
              <a:rPr lang="en-US" dirty="0"/>
              <a:t>Content2, 350, str, 24</a:t>
            </a:r>
          </a:p>
        </p:txBody>
      </p:sp>
      <p:sp>
        <p:nvSpPr>
          <p:cNvPr id="8" name="Text Placeholder 7">
            <a:extLst>
              <a:ext uri="{FF2B5EF4-FFF2-40B4-BE49-F238E27FC236}">
                <a16:creationId xmlns:a16="http://schemas.microsoft.com/office/drawing/2014/main" id="{7CF949CB-5176-06A6-AFC0-D1CC746BE761}"/>
              </a:ext>
            </a:extLst>
          </p:cNvPr>
          <p:cNvSpPr>
            <a:spLocks noGrp="1"/>
          </p:cNvSpPr>
          <p:nvPr>
            <p:ph type="body" sz="quarter" idx="13" hasCustomPrompt="1"/>
          </p:nvPr>
        </p:nvSpPr>
        <p:spPr>
          <a:xfrm>
            <a:off x="4088527" y="7258544"/>
            <a:ext cx="11379951" cy="1691328"/>
          </a:xfrm>
          <a:prstGeom prst="rect">
            <a:avLst/>
          </a:prstGeom>
          <a:solidFill>
            <a:schemeClr val="accent5">
              <a:lumMod val="90000"/>
            </a:schemeClr>
          </a:solidFill>
        </p:spPr>
        <p:txBody>
          <a:bodyPr>
            <a:normAutofit/>
          </a:bodyPr>
          <a:lstStyle>
            <a:lvl1pPr marL="41275" indent="0" algn="l">
              <a:lnSpc>
                <a:spcPct val="100000"/>
              </a:lnSpc>
              <a:buNone/>
              <a:defRPr sz="2600" spc="0">
                <a:solidFill>
                  <a:schemeClr val="tx1"/>
                </a:solidFill>
                <a:latin typeface="Times New Roman" panose="02020603050405020304" pitchFamily="18" charset="0"/>
                <a:cs typeface="Times New Roman" panose="02020603050405020304" pitchFamily="18" charset="0"/>
              </a:defRPr>
            </a:lvl1pPr>
          </a:lstStyle>
          <a:p>
            <a:pPr lvl="0"/>
            <a:r>
              <a:rPr lang="en-US" dirty="0"/>
              <a:t>Content3, 350, str, 24</a:t>
            </a:r>
          </a:p>
        </p:txBody>
      </p:sp>
    </p:spTree>
    <p:extLst>
      <p:ext uri="{BB962C8B-B14F-4D97-AF65-F5344CB8AC3E}">
        <p14:creationId xmlns:p14="http://schemas.microsoft.com/office/powerpoint/2010/main" val="3552328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0"/>
        <p:cNvGrpSpPr/>
        <p:nvPr/>
      </p:nvGrpSpPr>
      <p:grpSpPr>
        <a:xfrm>
          <a:off x="0" y="0"/>
          <a:ext cx="0" cy="0"/>
          <a:chOff x="0" y="0"/>
          <a:chExt cx="0" cy="0"/>
        </a:xfrm>
      </p:grpSpPr>
      <p:sp>
        <p:nvSpPr>
          <p:cNvPr id="3" name="Google Shape;6;p1">
            <a:extLst>
              <a:ext uri="{FF2B5EF4-FFF2-40B4-BE49-F238E27FC236}">
                <a16:creationId xmlns:a16="http://schemas.microsoft.com/office/drawing/2014/main" id="{671737FD-25C9-E6DA-BEC3-FC21C734D214}"/>
              </a:ext>
            </a:extLst>
          </p:cNvPr>
          <p:cNvSpPr txBox="1">
            <a:spLocks noGrp="1"/>
          </p:cNvSpPr>
          <p:nvPr>
            <p:ph type="title" hasCustomPrompt="1"/>
          </p:nvPr>
        </p:nvSpPr>
        <p:spPr>
          <a:xfrm>
            <a:off x="1133100" y="554050"/>
            <a:ext cx="158849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11500"/>
              <a:buFont typeface="Impact"/>
              <a:buNone/>
              <a:defRPr sz="7200" i="0" u="none" strike="noStrike" cap="none">
                <a:solidFill>
                  <a:schemeClr val="dk1"/>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100, str, 40</a:t>
            </a:r>
            <a:endParaRPr dirty="0"/>
          </a:p>
        </p:txBody>
      </p:sp>
      <p:pic>
        <p:nvPicPr>
          <p:cNvPr id="2" name="Google Shape;926;p25">
            <a:extLst>
              <a:ext uri="{FF2B5EF4-FFF2-40B4-BE49-F238E27FC236}">
                <a16:creationId xmlns:a16="http://schemas.microsoft.com/office/drawing/2014/main" id="{2D29B64C-4826-19E9-CBC0-9C98C53F8C94}"/>
              </a:ext>
            </a:extLst>
          </p:cNvPr>
          <p:cNvPicPr preferRelativeResize="0"/>
          <p:nvPr userDrawn="1"/>
        </p:nvPicPr>
        <p:blipFill>
          <a:blip r:embed="rId2">
            <a:alphaModFix/>
          </a:blip>
          <a:stretch>
            <a:fillRect/>
          </a:stretch>
        </p:blipFill>
        <p:spPr>
          <a:xfrm>
            <a:off x="16454875" y="2070494"/>
            <a:ext cx="1126250" cy="1217567"/>
          </a:xfrm>
          <a:prstGeom prst="rect">
            <a:avLst/>
          </a:prstGeom>
          <a:noFill/>
          <a:ln>
            <a:noFill/>
          </a:ln>
        </p:spPr>
      </p:pic>
      <p:graphicFrame>
        <p:nvGraphicFramePr>
          <p:cNvPr id="4" name="Diagram 3">
            <a:extLst>
              <a:ext uri="{FF2B5EF4-FFF2-40B4-BE49-F238E27FC236}">
                <a16:creationId xmlns:a16="http://schemas.microsoft.com/office/drawing/2014/main" id="{BA354E44-D7B6-5FD3-7FD3-596BAACFE72A}"/>
              </a:ext>
            </a:extLst>
          </p:cNvPr>
          <p:cNvGraphicFramePr/>
          <p:nvPr userDrawn="1">
            <p:extLst>
              <p:ext uri="{D42A27DB-BD31-4B8C-83A1-F6EECF244321}">
                <p14:modId xmlns:p14="http://schemas.microsoft.com/office/powerpoint/2010/main" val="1188593398"/>
              </p:ext>
            </p:extLst>
          </p:nvPr>
        </p:nvGraphicFramePr>
        <p:xfrm>
          <a:off x="427464" y="2690666"/>
          <a:ext cx="17237732" cy="682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Placeholder 5">
            <a:extLst>
              <a:ext uri="{FF2B5EF4-FFF2-40B4-BE49-F238E27FC236}">
                <a16:creationId xmlns:a16="http://schemas.microsoft.com/office/drawing/2014/main" id="{6232D451-7DF4-D1F4-19A1-EB599A6870C3}"/>
              </a:ext>
            </a:extLst>
          </p:cNvPr>
          <p:cNvSpPr>
            <a:spLocks noGrp="1"/>
          </p:cNvSpPr>
          <p:nvPr>
            <p:ph type="body" sz="quarter" idx="10" hasCustomPrompt="1"/>
          </p:nvPr>
        </p:nvSpPr>
        <p:spPr>
          <a:xfrm>
            <a:off x="7527925" y="6342063"/>
            <a:ext cx="3062288" cy="3175000"/>
          </a:xfrm>
          <a:prstGeom prst="rect">
            <a:avLst/>
          </a:prstGeom>
          <a:noFill/>
        </p:spPr>
        <p:txBody>
          <a:bodyPr anchor="ctr">
            <a:normAutofit/>
          </a:bodyPr>
          <a:lstStyle>
            <a:lvl1pPr marL="95250" indent="0" algn="ctr">
              <a:buNone/>
              <a:defRPr sz="2800"/>
            </a:lvl1pPr>
          </a:lstStyle>
          <a:p>
            <a:pPr lvl="0"/>
            <a:r>
              <a:rPr lang="en-US" dirty="0"/>
              <a:t>Subtitle,  80, str, 26</a:t>
            </a:r>
          </a:p>
        </p:txBody>
      </p:sp>
      <p:sp>
        <p:nvSpPr>
          <p:cNvPr id="6" name="Text Placeholder 7">
            <a:extLst>
              <a:ext uri="{FF2B5EF4-FFF2-40B4-BE49-F238E27FC236}">
                <a16:creationId xmlns:a16="http://schemas.microsoft.com/office/drawing/2014/main" id="{8F03DC62-0CE9-55A5-4BA6-EFE6CA94F4CD}"/>
              </a:ext>
            </a:extLst>
          </p:cNvPr>
          <p:cNvSpPr>
            <a:spLocks noGrp="1"/>
          </p:cNvSpPr>
          <p:nvPr>
            <p:ph type="body" sz="quarter" idx="11" hasCustomPrompt="1"/>
          </p:nvPr>
        </p:nvSpPr>
        <p:spPr>
          <a:xfrm>
            <a:off x="531813" y="4600575"/>
            <a:ext cx="5311775" cy="2178050"/>
          </a:xfrm>
          <a:prstGeom prst="rect">
            <a:avLst/>
          </a:prstGeom>
          <a:solidFill>
            <a:schemeClr val="accent5">
              <a:lumMod val="90000"/>
            </a:schemeClr>
          </a:solidFill>
        </p:spPr>
        <p:txBody>
          <a:bodyPr>
            <a:normAutofit/>
          </a:bodyPr>
          <a:lstStyle>
            <a:lvl1pPr marL="95250" indent="0">
              <a:buNone/>
              <a:defRPr sz="2200">
                <a:latin typeface="Times New Roman" panose="02020603050405020304" pitchFamily="18" charset="0"/>
                <a:cs typeface="Times New Roman" panose="02020603050405020304" pitchFamily="18" charset="0"/>
              </a:defRPr>
            </a:lvl1pPr>
          </a:lstStyle>
          <a:p>
            <a:pPr lvl="0"/>
            <a:r>
              <a:rPr lang="en-US" dirty="0"/>
              <a:t>Content1, 250, str, 22</a:t>
            </a:r>
          </a:p>
        </p:txBody>
      </p:sp>
      <p:sp>
        <p:nvSpPr>
          <p:cNvPr id="7" name="Text Placeholder 7">
            <a:extLst>
              <a:ext uri="{FF2B5EF4-FFF2-40B4-BE49-F238E27FC236}">
                <a16:creationId xmlns:a16="http://schemas.microsoft.com/office/drawing/2014/main" id="{BFE43974-9EA5-B2B7-B535-F767B17400F0}"/>
              </a:ext>
            </a:extLst>
          </p:cNvPr>
          <p:cNvSpPr>
            <a:spLocks noGrp="1"/>
          </p:cNvSpPr>
          <p:nvPr>
            <p:ph type="body" sz="quarter" idx="12" hasCustomPrompt="1"/>
          </p:nvPr>
        </p:nvSpPr>
        <p:spPr>
          <a:xfrm>
            <a:off x="12179792" y="4402050"/>
            <a:ext cx="5311775" cy="2178050"/>
          </a:xfrm>
          <a:prstGeom prst="rect">
            <a:avLst/>
          </a:prstGeom>
        </p:spPr>
        <p:txBody>
          <a:bodyPr>
            <a:normAutofit/>
          </a:bodyPr>
          <a:lstStyle>
            <a:lvl1pPr marL="95250" indent="0">
              <a:buNone/>
              <a:defRPr sz="2200">
                <a:latin typeface="Times New Roman" panose="02020603050405020304" pitchFamily="18" charset="0"/>
                <a:cs typeface="Times New Roman" panose="02020603050405020304" pitchFamily="18" charset="0"/>
              </a:defRPr>
            </a:lvl1pPr>
          </a:lstStyle>
          <a:p>
            <a:pPr lvl="0"/>
            <a:r>
              <a:rPr lang="en-US" dirty="0"/>
              <a:t>Content3, 250, str, 22</a:t>
            </a:r>
          </a:p>
        </p:txBody>
      </p:sp>
      <p:sp>
        <p:nvSpPr>
          <p:cNvPr id="8" name="Text Placeholder 7">
            <a:extLst>
              <a:ext uri="{FF2B5EF4-FFF2-40B4-BE49-F238E27FC236}">
                <a16:creationId xmlns:a16="http://schemas.microsoft.com/office/drawing/2014/main" id="{A022C9DD-F2A0-749D-8182-DA7067A86062}"/>
              </a:ext>
            </a:extLst>
          </p:cNvPr>
          <p:cNvSpPr>
            <a:spLocks noGrp="1"/>
          </p:cNvSpPr>
          <p:nvPr>
            <p:ph type="body" sz="quarter" idx="13" hasCustomPrompt="1"/>
          </p:nvPr>
        </p:nvSpPr>
        <p:spPr>
          <a:xfrm>
            <a:off x="6346524" y="2690666"/>
            <a:ext cx="5311775" cy="2178050"/>
          </a:xfrm>
          <a:prstGeom prst="rect">
            <a:avLst/>
          </a:prstGeom>
        </p:spPr>
        <p:txBody>
          <a:bodyPr>
            <a:normAutofit/>
          </a:bodyPr>
          <a:lstStyle>
            <a:lvl1pPr marL="95250" indent="0">
              <a:buNone/>
              <a:defRPr sz="2200">
                <a:latin typeface="Times New Roman" panose="02020603050405020304" pitchFamily="18" charset="0"/>
                <a:cs typeface="Times New Roman" panose="02020603050405020304" pitchFamily="18" charset="0"/>
              </a:defRPr>
            </a:lvl1pPr>
          </a:lstStyle>
          <a:p>
            <a:pPr lvl="0"/>
            <a:r>
              <a:rPr lang="en-US" dirty="0"/>
              <a:t>Content2, 250, str, 22</a:t>
            </a:r>
          </a:p>
        </p:txBody>
      </p:sp>
    </p:spTree>
    <p:extLst>
      <p:ext uri="{BB962C8B-B14F-4D97-AF65-F5344CB8AC3E}">
        <p14:creationId xmlns:p14="http://schemas.microsoft.com/office/powerpoint/2010/main" val="4262152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0"/>
        <p:cNvGrpSpPr/>
        <p:nvPr/>
      </p:nvGrpSpPr>
      <p:grpSpPr>
        <a:xfrm>
          <a:off x="0" y="0"/>
          <a:ext cx="0" cy="0"/>
          <a:chOff x="0" y="0"/>
          <a:chExt cx="0" cy="0"/>
        </a:xfrm>
      </p:grpSpPr>
      <p:sp>
        <p:nvSpPr>
          <p:cNvPr id="3" name="Google Shape;6;p1">
            <a:extLst>
              <a:ext uri="{FF2B5EF4-FFF2-40B4-BE49-F238E27FC236}">
                <a16:creationId xmlns:a16="http://schemas.microsoft.com/office/drawing/2014/main" id="{671737FD-25C9-E6DA-BEC3-FC21C734D214}"/>
              </a:ext>
            </a:extLst>
          </p:cNvPr>
          <p:cNvSpPr txBox="1">
            <a:spLocks noGrp="1"/>
          </p:cNvSpPr>
          <p:nvPr>
            <p:ph type="title" hasCustomPrompt="1"/>
          </p:nvPr>
        </p:nvSpPr>
        <p:spPr>
          <a:xfrm>
            <a:off x="1133100" y="554050"/>
            <a:ext cx="158849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11500"/>
              <a:buFont typeface="Impact"/>
              <a:buNone/>
              <a:defRPr sz="7200" i="0" u="none" strike="noStrike" cap="none">
                <a:solidFill>
                  <a:schemeClr val="dk1"/>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100, str, 40</a:t>
            </a:r>
            <a:endParaRPr dirty="0"/>
          </a:p>
        </p:txBody>
      </p:sp>
      <p:pic>
        <p:nvPicPr>
          <p:cNvPr id="2" name="Google Shape;926;p25">
            <a:extLst>
              <a:ext uri="{FF2B5EF4-FFF2-40B4-BE49-F238E27FC236}">
                <a16:creationId xmlns:a16="http://schemas.microsoft.com/office/drawing/2014/main" id="{2D29B64C-4826-19E9-CBC0-9C98C53F8C94}"/>
              </a:ext>
            </a:extLst>
          </p:cNvPr>
          <p:cNvPicPr preferRelativeResize="0"/>
          <p:nvPr userDrawn="1"/>
        </p:nvPicPr>
        <p:blipFill>
          <a:blip r:embed="rId2">
            <a:alphaModFix/>
          </a:blip>
          <a:stretch>
            <a:fillRect/>
          </a:stretch>
        </p:blipFill>
        <p:spPr>
          <a:xfrm>
            <a:off x="16454875" y="2070494"/>
            <a:ext cx="1126250" cy="1217567"/>
          </a:xfrm>
          <a:prstGeom prst="rect">
            <a:avLst/>
          </a:prstGeom>
          <a:noFill/>
          <a:ln>
            <a:noFill/>
          </a:ln>
        </p:spPr>
      </p:pic>
      <p:graphicFrame>
        <p:nvGraphicFramePr>
          <p:cNvPr id="4" name="Diagram 3">
            <a:extLst>
              <a:ext uri="{FF2B5EF4-FFF2-40B4-BE49-F238E27FC236}">
                <a16:creationId xmlns:a16="http://schemas.microsoft.com/office/drawing/2014/main" id="{160D2DE8-170C-BF44-4D79-8F689DBDCC4B}"/>
              </a:ext>
            </a:extLst>
          </p:cNvPr>
          <p:cNvGraphicFramePr/>
          <p:nvPr userDrawn="1">
            <p:extLst>
              <p:ext uri="{D42A27DB-BD31-4B8C-83A1-F6EECF244321}">
                <p14:modId xmlns:p14="http://schemas.microsoft.com/office/powerpoint/2010/main" val="183088333"/>
              </p:ext>
            </p:extLst>
          </p:nvPr>
        </p:nvGraphicFramePr>
        <p:xfrm>
          <a:off x="1016000" y="2676072"/>
          <a:ext cx="16256000" cy="6783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Placeholder 7">
            <a:extLst>
              <a:ext uri="{FF2B5EF4-FFF2-40B4-BE49-F238E27FC236}">
                <a16:creationId xmlns:a16="http://schemas.microsoft.com/office/drawing/2014/main" id="{375CE55E-6548-DF83-491F-472CD7BDF295}"/>
              </a:ext>
            </a:extLst>
          </p:cNvPr>
          <p:cNvSpPr>
            <a:spLocks noGrp="1"/>
          </p:cNvSpPr>
          <p:nvPr>
            <p:ph type="body" sz="quarter" idx="10" hasCustomPrompt="1"/>
          </p:nvPr>
        </p:nvSpPr>
        <p:spPr>
          <a:xfrm>
            <a:off x="1218448" y="2864757"/>
            <a:ext cx="12279839" cy="1691329"/>
          </a:xfrm>
          <a:prstGeom prst="rect">
            <a:avLst/>
          </a:prstGeom>
        </p:spPr>
        <p:txBody>
          <a:bodyPr/>
          <a:lstStyle>
            <a:lvl1pPr marL="41275" indent="0">
              <a:lnSpc>
                <a:spcPct val="100000"/>
              </a:lnSpc>
              <a:buNone/>
              <a:defRPr sz="2400" spc="0">
                <a:solidFill>
                  <a:schemeClr val="bg1"/>
                </a:solidFill>
                <a:latin typeface="Times New Roman" panose="02020603050405020304" pitchFamily="18" charset="0"/>
                <a:cs typeface="Times New Roman" panose="02020603050405020304" pitchFamily="18" charset="0"/>
              </a:defRPr>
            </a:lvl1pPr>
          </a:lstStyle>
          <a:p>
            <a:pPr lvl="0"/>
            <a:r>
              <a:rPr lang="en-US" dirty="0"/>
              <a:t>Content1, 350, str, 24</a:t>
            </a:r>
          </a:p>
        </p:txBody>
      </p:sp>
      <p:sp>
        <p:nvSpPr>
          <p:cNvPr id="6" name="Text Placeholder 7">
            <a:extLst>
              <a:ext uri="{FF2B5EF4-FFF2-40B4-BE49-F238E27FC236}">
                <a16:creationId xmlns:a16="http://schemas.microsoft.com/office/drawing/2014/main" id="{4900379F-6C59-6A5E-1126-DE199486E49D}"/>
              </a:ext>
            </a:extLst>
          </p:cNvPr>
          <p:cNvSpPr>
            <a:spLocks noGrp="1"/>
          </p:cNvSpPr>
          <p:nvPr>
            <p:ph type="body" sz="quarter" idx="11" hasCustomPrompt="1"/>
          </p:nvPr>
        </p:nvSpPr>
        <p:spPr>
          <a:xfrm>
            <a:off x="2357816" y="5237843"/>
            <a:ext cx="12279839" cy="1691329"/>
          </a:xfrm>
          <a:prstGeom prst="rect">
            <a:avLst/>
          </a:prstGeom>
        </p:spPr>
        <p:txBody>
          <a:bodyPr/>
          <a:lstStyle>
            <a:lvl1pPr marL="41275" indent="0">
              <a:lnSpc>
                <a:spcPct val="100000"/>
              </a:lnSpc>
              <a:buNone/>
              <a:defRPr sz="2400" spc="0">
                <a:solidFill>
                  <a:schemeClr val="bg1"/>
                </a:solidFill>
                <a:latin typeface="Times New Roman" panose="02020603050405020304" pitchFamily="18" charset="0"/>
                <a:cs typeface="Times New Roman" panose="02020603050405020304" pitchFamily="18" charset="0"/>
              </a:defRPr>
            </a:lvl1pPr>
          </a:lstStyle>
          <a:p>
            <a:pPr lvl="0"/>
            <a:r>
              <a:rPr lang="en-US" dirty="0"/>
              <a:t>Content2, 350, str, 24</a:t>
            </a:r>
          </a:p>
        </p:txBody>
      </p:sp>
      <p:sp>
        <p:nvSpPr>
          <p:cNvPr id="7" name="Text Placeholder 7">
            <a:extLst>
              <a:ext uri="{FF2B5EF4-FFF2-40B4-BE49-F238E27FC236}">
                <a16:creationId xmlns:a16="http://schemas.microsoft.com/office/drawing/2014/main" id="{BD676FC5-2518-1563-71B5-8F81EF8BEBA4}"/>
              </a:ext>
            </a:extLst>
          </p:cNvPr>
          <p:cNvSpPr>
            <a:spLocks noGrp="1"/>
          </p:cNvSpPr>
          <p:nvPr>
            <p:ph type="body" sz="quarter" idx="12" hasCustomPrompt="1"/>
          </p:nvPr>
        </p:nvSpPr>
        <p:spPr>
          <a:xfrm>
            <a:off x="3555241" y="7610929"/>
            <a:ext cx="12279839" cy="1691329"/>
          </a:xfrm>
          <a:prstGeom prst="rect">
            <a:avLst/>
          </a:prstGeom>
        </p:spPr>
        <p:txBody>
          <a:bodyPr/>
          <a:lstStyle>
            <a:lvl1pPr marL="41275" indent="0">
              <a:lnSpc>
                <a:spcPct val="100000"/>
              </a:lnSpc>
              <a:buNone/>
              <a:defRPr sz="2400" spc="0">
                <a:solidFill>
                  <a:schemeClr val="bg1"/>
                </a:solidFill>
                <a:latin typeface="Times New Roman" panose="02020603050405020304" pitchFamily="18" charset="0"/>
                <a:cs typeface="Times New Roman" panose="02020603050405020304" pitchFamily="18" charset="0"/>
              </a:defRPr>
            </a:lvl1pPr>
          </a:lstStyle>
          <a:p>
            <a:pPr lvl="0"/>
            <a:r>
              <a:rPr lang="en-US" dirty="0"/>
              <a:t>Content3, 350, str, 24</a:t>
            </a:r>
          </a:p>
        </p:txBody>
      </p:sp>
    </p:spTree>
    <p:extLst>
      <p:ext uri="{BB962C8B-B14F-4D97-AF65-F5344CB8AC3E}">
        <p14:creationId xmlns:p14="http://schemas.microsoft.com/office/powerpoint/2010/main" val="5786258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0"/>
        <p:cNvGrpSpPr/>
        <p:nvPr/>
      </p:nvGrpSpPr>
      <p:grpSpPr>
        <a:xfrm>
          <a:off x="0" y="0"/>
          <a:ext cx="0" cy="0"/>
          <a:chOff x="0" y="0"/>
          <a:chExt cx="0" cy="0"/>
        </a:xfrm>
      </p:grpSpPr>
      <p:sp>
        <p:nvSpPr>
          <p:cNvPr id="3" name="Google Shape;6;p1">
            <a:extLst>
              <a:ext uri="{FF2B5EF4-FFF2-40B4-BE49-F238E27FC236}">
                <a16:creationId xmlns:a16="http://schemas.microsoft.com/office/drawing/2014/main" id="{671737FD-25C9-E6DA-BEC3-FC21C734D214}"/>
              </a:ext>
            </a:extLst>
          </p:cNvPr>
          <p:cNvSpPr txBox="1">
            <a:spLocks noGrp="1"/>
          </p:cNvSpPr>
          <p:nvPr>
            <p:ph type="title" hasCustomPrompt="1"/>
          </p:nvPr>
        </p:nvSpPr>
        <p:spPr>
          <a:xfrm>
            <a:off x="1133100" y="554050"/>
            <a:ext cx="158849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11500"/>
              <a:buFont typeface="Impact"/>
              <a:buNone/>
              <a:defRPr sz="7200" i="0" u="none" strike="noStrike" cap="none">
                <a:solidFill>
                  <a:schemeClr val="dk1"/>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100, str, 40</a:t>
            </a:r>
            <a:endParaRPr dirty="0"/>
          </a:p>
        </p:txBody>
      </p:sp>
      <p:pic>
        <p:nvPicPr>
          <p:cNvPr id="2" name="Google Shape;926;p25">
            <a:extLst>
              <a:ext uri="{FF2B5EF4-FFF2-40B4-BE49-F238E27FC236}">
                <a16:creationId xmlns:a16="http://schemas.microsoft.com/office/drawing/2014/main" id="{2D29B64C-4826-19E9-CBC0-9C98C53F8C94}"/>
              </a:ext>
            </a:extLst>
          </p:cNvPr>
          <p:cNvPicPr preferRelativeResize="0"/>
          <p:nvPr userDrawn="1"/>
        </p:nvPicPr>
        <p:blipFill>
          <a:blip r:embed="rId2">
            <a:alphaModFix/>
          </a:blip>
          <a:stretch>
            <a:fillRect/>
          </a:stretch>
        </p:blipFill>
        <p:spPr>
          <a:xfrm>
            <a:off x="16454875" y="2070494"/>
            <a:ext cx="1126250" cy="1217567"/>
          </a:xfrm>
          <a:prstGeom prst="rect">
            <a:avLst/>
          </a:prstGeom>
          <a:noFill/>
          <a:ln>
            <a:noFill/>
          </a:ln>
        </p:spPr>
      </p:pic>
      <p:graphicFrame>
        <p:nvGraphicFramePr>
          <p:cNvPr id="6" name="Diagram 5">
            <a:extLst>
              <a:ext uri="{FF2B5EF4-FFF2-40B4-BE49-F238E27FC236}">
                <a16:creationId xmlns:a16="http://schemas.microsoft.com/office/drawing/2014/main" id="{E8210867-E00A-0477-C2FF-05A602BEBF95}"/>
              </a:ext>
            </a:extLst>
          </p:cNvPr>
          <p:cNvGraphicFramePr/>
          <p:nvPr userDrawn="1">
            <p:extLst>
              <p:ext uri="{D42A27DB-BD31-4B8C-83A1-F6EECF244321}">
                <p14:modId xmlns:p14="http://schemas.microsoft.com/office/powerpoint/2010/main" val="185240075"/>
              </p:ext>
            </p:extLst>
          </p:nvPr>
        </p:nvGraphicFramePr>
        <p:xfrm>
          <a:off x="1892300" y="2158570"/>
          <a:ext cx="14122400" cy="812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 Placeholder 3">
            <a:extLst>
              <a:ext uri="{FF2B5EF4-FFF2-40B4-BE49-F238E27FC236}">
                <a16:creationId xmlns:a16="http://schemas.microsoft.com/office/drawing/2014/main" id="{1D2BD563-B0B3-AEF8-37C0-66C42AA9B99D}"/>
              </a:ext>
            </a:extLst>
          </p:cNvPr>
          <p:cNvSpPr>
            <a:spLocks noGrp="1"/>
          </p:cNvSpPr>
          <p:nvPr>
            <p:ph type="body" sz="quarter" idx="10" hasCustomPrompt="1"/>
          </p:nvPr>
        </p:nvSpPr>
        <p:spPr>
          <a:xfrm>
            <a:off x="3695700" y="4508500"/>
            <a:ext cx="5283200" cy="4953000"/>
          </a:xfrm>
          <a:prstGeom prst="rect">
            <a:avLst/>
          </a:prstGeom>
        </p:spPr>
        <p:txBody>
          <a:bodyPr/>
          <a:lstStyle>
            <a:lvl1pPr marL="88900" indent="0" algn="l">
              <a:buNone/>
              <a:defRPr/>
            </a:lvl1pPr>
          </a:lstStyle>
          <a:p>
            <a:pPr lvl="0"/>
            <a:r>
              <a:rPr lang="en-US" dirty="0"/>
              <a:t>Content1, 450, str, 22</a:t>
            </a:r>
          </a:p>
        </p:txBody>
      </p:sp>
      <p:sp>
        <p:nvSpPr>
          <p:cNvPr id="8" name="Text Placeholder 3">
            <a:extLst>
              <a:ext uri="{FF2B5EF4-FFF2-40B4-BE49-F238E27FC236}">
                <a16:creationId xmlns:a16="http://schemas.microsoft.com/office/drawing/2014/main" id="{3DFF5BFE-2DB1-5DDF-4493-99D2EE74AD47}"/>
              </a:ext>
            </a:extLst>
          </p:cNvPr>
          <p:cNvSpPr>
            <a:spLocks noGrp="1"/>
          </p:cNvSpPr>
          <p:nvPr>
            <p:ph type="body" sz="quarter" idx="11" hasCustomPrompt="1"/>
          </p:nvPr>
        </p:nvSpPr>
        <p:spPr>
          <a:xfrm>
            <a:off x="9664700" y="4521200"/>
            <a:ext cx="5283200" cy="4953000"/>
          </a:xfrm>
          <a:prstGeom prst="rect">
            <a:avLst/>
          </a:prstGeom>
        </p:spPr>
        <p:txBody>
          <a:bodyPr/>
          <a:lstStyle>
            <a:lvl1pPr marL="88900" indent="0" algn="l">
              <a:buNone/>
              <a:defRPr/>
            </a:lvl1pPr>
          </a:lstStyle>
          <a:p>
            <a:pPr lvl="0"/>
            <a:r>
              <a:rPr lang="en-US" dirty="0"/>
              <a:t>Content2, 450, str, 22</a:t>
            </a:r>
          </a:p>
        </p:txBody>
      </p:sp>
    </p:spTree>
    <p:extLst>
      <p:ext uri="{BB962C8B-B14F-4D97-AF65-F5344CB8AC3E}">
        <p14:creationId xmlns:p14="http://schemas.microsoft.com/office/powerpoint/2010/main" val="2404456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reserve="1" userDrawn="1">
  <p:cSld name="1_Title Only">
    <p:spTree>
      <p:nvGrpSpPr>
        <p:cNvPr id="1" name="Shape 160"/>
        <p:cNvGrpSpPr/>
        <p:nvPr/>
      </p:nvGrpSpPr>
      <p:grpSpPr>
        <a:xfrm>
          <a:off x="0" y="0"/>
          <a:ext cx="0" cy="0"/>
          <a:chOff x="0" y="0"/>
          <a:chExt cx="0" cy="0"/>
        </a:xfrm>
      </p:grpSpPr>
      <p:sp>
        <p:nvSpPr>
          <p:cNvPr id="3" name="Google Shape;6;p1">
            <a:extLst>
              <a:ext uri="{FF2B5EF4-FFF2-40B4-BE49-F238E27FC236}">
                <a16:creationId xmlns:a16="http://schemas.microsoft.com/office/drawing/2014/main" id="{671737FD-25C9-E6DA-BEC3-FC21C734D214}"/>
              </a:ext>
            </a:extLst>
          </p:cNvPr>
          <p:cNvSpPr txBox="1">
            <a:spLocks noGrp="1"/>
          </p:cNvSpPr>
          <p:nvPr>
            <p:ph type="title" hasCustomPrompt="1"/>
          </p:nvPr>
        </p:nvSpPr>
        <p:spPr>
          <a:xfrm>
            <a:off x="1133100" y="554050"/>
            <a:ext cx="158849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11500"/>
              <a:buFont typeface="Impact"/>
              <a:buNone/>
              <a:defRPr sz="7200" i="0" u="none" strike="noStrike" cap="none">
                <a:solidFill>
                  <a:schemeClr val="dk1"/>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100, str, 40</a:t>
            </a:r>
            <a:endParaRPr dirty="0"/>
          </a:p>
        </p:txBody>
      </p:sp>
      <p:pic>
        <p:nvPicPr>
          <p:cNvPr id="2" name="Google Shape;926;p25">
            <a:extLst>
              <a:ext uri="{FF2B5EF4-FFF2-40B4-BE49-F238E27FC236}">
                <a16:creationId xmlns:a16="http://schemas.microsoft.com/office/drawing/2014/main" id="{2D29B64C-4826-19E9-CBC0-9C98C53F8C94}"/>
              </a:ext>
            </a:extLst>
          </p:cNvPr>
          <p:cNvPicPr preferRelativeResize="0"/>
          <p:nvPr userDrawn="1"/>
        </p:nvPicPr>
        <p:blipFill>
          <a:blip r:embed="rId2">
            <a:alphaModFix/>
          </a:blip>
          <a:stretch>
            <a:fillRect/>
          </a:stretch>
        </p:blipFill>
        <p:spPr>
          <a:xfrm>
            <a:off x="16454875" y="2070494"/>
            <a:ext cx="1126250" cy="1217567"/>
          </a:xfrm>
          <a:prstGeom prst="rect">
            <a:avLst/>
          </a:prstGeom>
          <a:noFill/>
          <a:ln>
            <a:noFill/>
          </a:ln>
        </p:spPr>
      </p:pic>
      <p:sp>
        <p:nvSpPr>
          <p:cNvPr id="4" name="Google Shape;163;p15">
            <a:extLst>
              <a:ext uri="{FF2B5EF4-FFF2-40B4-BE49-F238E27FC236}">
                <a16:creationId xmlns:a16="http://schemas.microsoft.com/office/drawing/2014/main" id="{DAAA2F40-83CD-3F01-4B43-AFF36E8CF43A}"/>
              </a:ext>
            </a:extLst>
          </p:cNvPr>
          <p:cNvSpPr/>
          <p:nvPr userDrawn="1"/>
        </p:nvSpPr>
        <p:spPr>
          <a:xfrm>
            <a:off x="1872044" y="3079154"/>
            <a:ext cx="738610" cy="732063"/>
          </a:xfrm>
          <a:custGeom>
            <a:avLst/>
            <a:gdLst/>
            <a:ahLst/>
            <a:cxnLst/>
            <a:rect l="l" t="t" r="r" b="b"/>
            <a:pathLst>
              <a:path w="297402" h="294765" extrusionOk="0">
                <a:moveTo>
                  <a:pt x="147383" y="0"/>
                </a:moveTo>
                <a:lnTo>
                  <a:pt x="150019" y="0"/>
                </a:lnTo>
                <a:cubicBezTo>
                  <a:pt x="189107" y="0"/>
                  <a:pt x="226595" y="15528"/>
                  <a:pt x="254234" y="43167"/>
                </a:cubicBezTo>
                <a:cubicBezTo>
                  <a:pt x="281874" y="70807"/>
                  <a:pt x="297402" y="108294"/>
                  <a:pt x="297402" y="147383"/>
                </a:cubicBezTo>
                <a:lnTo>
                  <a:pt x="297402" y="147383"/>
                </a:lnTo>
                <a:cubicBezTo>
                  <a:pt x="297402" y="228780"/>
                  <a:pt x="231416" y="294765"/>
                  <a:pt x="150019" y="294765"/>
                </a:cubicBezTo>
                <a:lnTo>
                  <a:pt x="147383" y="294765"/>
                </a:lnTo>
                <a:cubicBezTo>
                  <a:pt x="65985" y="294765"/>
                  <a:pt x="0" y="228780"/>
                  <a:pt x="0" y="147383"/>
                </a:cubicBezTo>
                <a:lnTo>
                  <a:pt x="0" y="147383"/>
                </a:lnTo>
                <a:cubicBezTo>
                  <a:pt x="0" y="65985"/>
                  <a:pt x="65985" y="0"/>
                  <a:pt x="147383" y="0"/>
                </a:cubicBezTo>
                <a:close/>
              </a:path>
            </a:pathLst>
          </a:custGeom>
          <a:solidFill>
            <a:srgbClr val="6E3E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5" name="Google Shape;166;p15">
            <a:extLst>
              <a:ext uri="{FF2B5EF4-FFF2-40B4-BE49-F238E27FC236}">
                <a16:creationId xmlns:a16="http://schemas.microsoft.com/office/drawing/2014/main" id="{47AFA7C0-1E1E-EF69-4617-8B53DE6D3EDC}"/>
              </a:ext>
            </a:extLst>
          </p:cNvPr>
          <p:cNvSpPr/>
          <p:nvPr userDrawn="1"/>
        </p:nvSpPr>
        <p:spPr>
          <a:xfrm>
            <a:off x="1872044" y="6236497"/>
            <a:ext cx="738610" cy="732063"/>
          </a:xfrm>
          <a:custGeom>
            <a:avLst/>
            <a:gdLst/>
            <a:ahLst/>
            <a:cxnLst/>
            <a:rect l="l" t="t" r="r" b="b"/>
            <a:pathLst>
              <a:path w="297402" h="294765" extrusionOk="0">
                <a:moveTo>
                  <a:pt x="147383" y="0"/>
                </a:moveTo>
                <a:lnTo>
                  <a:pt x="150019" y="0"/>
                </a:lnTo>
                <a:cubicBezTo>
                  <a:pt x="189107" y="0"/>
                  <a:pt x="226595" y="15528"/>
                  <a:pt x="254234" y="43167"/>
                </a:cubicBezTo>
                <a:cubicBezTo>
                  <a:pt x="281874" y="70807"/>
                  <a:pt x="297402" y="108294"/>
                  <a:pt x="297402" y="147383"/>
                </a:cubicBezTo>
                <a:lnTo>
                  <a:pt x="297402" y="147383"/>
                </a:lnTo>
                <a:cubicBezTo>
                  <a:pt x="297402" y="228780"/>
                  <a:pt x="231416" y="294765"/>
                  <a:pt x="150019" y="294765"/>
                </a:cubicBezTo>
                <a:lnTo>
                  <a:pt x="147383" y="294765"/>
                </a:lnTo>
                <a:cubicBezTo>
                  <a:pt x="65985" y="294765"/>
                  <a:pt x="0" y="228780"/>
                  <a:pt x="0" y="147383"/>
                </a:cubicBezTo>
                <a:lnTo>
                  <a:pt x="0" y="147383"/>
                </a:lnTo>
                <a:cubicBezTo>
                  <a:pt x="0" y="65985"/>
                  <a:pt x="65985" y="0"/>
                  <a:pt x="147383" y="0"/>
                </a:cubicBezTo>
                <a:close/>
              </a:path>
            </a:pathLst>
          </a:custGeom>
          <a:solidFill>
            <a:srgbClr val="13A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6" name="Text Placeholder 28">
            <a:extLst>
              <a:ext uri="{FF2B5EF4-FFF2-40B4-BE49-F238E27FC236}">
                <a16:creationId xmlns:a16="http://schemas.microsoft.com/office/drawing/2014/main" id="{BAAA122D-DEA6-68AB-4FC0-62B02ED630F3}"/>
              </a:ext>
            </a:extLst>
          </p:cNvPr>
          <p:cNvSpPr>
            <a:spLocks noGrp="1"/>
          </p:cNvSpPr>
          <p:nvPr>
            <p:ph type="body" sz="quarter" idx="11" hasCustomPrompt="1"/>
          </p:nvPr>
        </p:nvSpPr>
        <p:spPr>
          <a:xfrm>
            <a:off x="3147864" y="3018025"/>
            <a:ext cx="5595937" cy="1301110"/>
          </a:xfrm>
          <a:prstGeom prst="rect">
            <a:avLst/>
          </a:prstGeom>
        </p:spPr>
        <p:txBody>
          <a:bodyPr>
            <a:normAutofit/>
          </a:bodyPr>
          <a:lstStyle>
            <a:lvl1pPr marL="76200" indent="0">
              <a:buNone/>
              <a:defRPr lang="en-US" sz="2800" b="1" i="0" u="none" strike="noStrike" cap="none" dirty="0">
                <a:solidFill>
                  <a:schemeClr val="tx1"/>
                </a:solidFill>
                <a:latin typeface="DM Sans"/>
                <a:ea typeface="DM Sans"/>
                <a:cs typeface="DM Sans"/>
                <a:sym typeface="Arial"/>
              </a:defRPr>
            </a:lvl1pPr>
          </a:lstStyle>
          <a:p>
            <a:pPr lvl="0"/>
            <a:r>
              <a:rPr lang="en-US" dirty="0"/>
              <a:t>Subtitle1, 35, str, 26</a:t>
            </a:r>
          </a:p>
        </p:txBody>
      </p:sp>
      <p:sp>
        <p:nvSpPr>
          <p:cNvPr id="7" name="Text Placeholder 28">
            <a:extLst>
              <a:ext uri="{FF2B5EF4-FFF2-40B4-BE49-F238E27FC236}">
                <a16:creationId xmlns:a16="http://schemas.microsoft.com/office/drawing/2014/main" id="{309B5706-D6C1-A5A7-DD5E-EA2AF1B9C3E2}"/>
              </a:ext>
            </a:extLst>
          </p:cNvPr>
          <p:cNvSpPr>
            <a:spLocks noGrp="1"/>
          </p:cNvSpPr>
          <p:nvPr>
            <p:ph type="body" sz="quarter" idx="12" hasCustomPrompt="1"/>
          </p:nvPr>
        </p:nvSpPr>
        <p:spPr>
          <a:xfrm>
            <a:off x="3147864" y="4495010"/>
            <a:ext cx="5595937" cy="1452290"/>
          </a:xfrm>
          <a:prstGeom prst="rect">
            <a:avLst/>
          </a:prstGeom>
        </p:spPr>
        <p:txBody>
          <a:bodyPr>
            <a:normAutofit/>
          </a:bodyPr>
          <a:lstStyle>
            <a:lvl1pPr marL="76200" indent="0">
              <a:buNone/>
              <a:defRPr lang="en-US" sz="2399" b="0" i="0" u="none" strike="noStrike" cap="none" dirty="0">
                <a:solidFill>
                  <a:schemeClr val="tx1"/>
                </a:solidFill>
                <a:latin typeface="PT Sans"/>
                <a:ea typeface="PT Sans"/>
                <a:cs typeface="PT Sans"/>
                <a:sym typeface="Arial"/>
              </a:defRPr>
            </a:lvl1pPr>
          </a:lstStyle>
          <a:p>
            <a:pPr lvl="0"/>
            <a:r>
              <a:rPr lang="en-US" dirty="0"/>
              <a:t>Content1, 150, str, 22</a:t>
            </a:r>
          </a:p>
        </p:txBody>
      </p:sp>
      <p:sp>
        <p:nvSpPr>
          <p:cNvPr id="8" name="Text Placeholder 28">
            <a:extLst>
              <a:ext uri="{FF2B5EF4-FFF2-40B4-BE49-F238E27FC236}">
                <a16:creationId xmlns:a16="http://schemas.microsoft.com/office/drawing/2014/main" id="{AB73CBF0-2CA7-2F01-20BA-02D1D0256691}"/>
              </a:ext>
            </a:extLst>
          </p:cNvPr>
          <p:cNvSpPr>
            <a:spLocks noGrp="1"/>
          </p:cNvSpPr>
          <p:nvPr>
            <p:ph type="body" sz="quarter" idx="13" hasCustomPrompt="1"/>
          </p:nvPr>
        </p:nvSpPr>
        <p:spPr>
          <a:xfrm>
            <a:off x="3166914" y="6123175"/>
            <a:ext cx="5595937" cy="1301110"/>
          </a:xfrm>
          <a:prstGeom prst="rect">
            <a:avLst/>
          </a:prstGeom>
        </p:spPr>
        <p:txBody>
          <a:bodyPr>
            <a:normAutofit/>
          </a:bodyPr>
          <a:lstStyle>
            <a:lvl1pPr marL="76200" indent="0">
              <a:buNone/>
              <a:defRPr lang="en-US" sz="2800" b="1" i="0" u="none" strike="noStrike" cap="none" dirty="0">
                <a:solidFill>
                  <a:schemeClr val="tx1"/>
                </a:solidFill>
                <a:latin typeface="DM Sans"/>
                <a:ea typeface="DM Sans"/>
                <a:cs typeface="DM Sans"/>
                <a:sym typeface="Arial"/>
              </a:defRPr>
            </a:lvl1pPr>
          </a:lstStyle>
          <a:p>
            <a:pPr lvl="0"/>
            <a:r>
              <a:rPr lang="en-US" dirty="0"/>
              <a:t>Subtitle2, 35, str, 26</a:t>
            </a:r>
          </a:p>
        </p:txBody>
      </p:sp>
      <p:sp>
        <p:nvSpPr>
          <p:cNvPr id="9" name="Text Placeholder 28">
            <a:extLst>
              <a:ext uri="{FF2B5EF4-FFF2-40B4-BE49-F238E27FC236}">
                <a16:creationId xmlns:a16="http://schemas.microsoft.com/office/drawing/2014/main" id="{2A6C612B-FABC-4CB8-D473-0D01E8C8E2BD}"/>
              </a:ext>
            </a:extLst>
          </p:cNvPr>
          <p:cNvSpPr>
            <a:spLocks noGrp="1"/>
          </p:cNvSpPr>
          <p:nvPr>
            <p:ph type="body" sz="quarter" idx="14" hasCustomPrompt="1"/>
          </p:nvPr>
        </p:nvSpPr>
        <p:spPr>
          <a:xfrm>
            <a:off x="3166914" y="7600160"/>
            <a:ext cx="5595937" cy="1628165"/>
          </a:xfrm>
          <a:prstGeom prst="rect">
            <a:avLst/>
          </a:prstGeom>
        </p:spPr>
        <p:txBody>
          <a:bodyPr>
            <a:normAutofit/>
          </a:bodyPr>
          <a:lstStyle>
            <a:lvl1pPr marL="76200" indent="0">
              <a:buNone/>
              <a:defRPr lang="en-US" sz="2399" b="0" i="0" u="none" strike="noStrike" cap="none" dirty="0">
                <a:solidFill>
                  <a:schemeClr val="tx1"/>
                </a:solidFill>
                <a:latin typeface="PT Sans"/>
                <a:ea typeface="PT Sans"/>
                <a:cs typeface="PT Sans"/>
                <a:sym typeface="Arial"/>
              </a:defRPr>
            </a:lvl1pPr>
          </a:lstStyle>
          <a:p>
            <a:pPr lvl="0"/>
            <a:r>
              <a:rPr lang="en-US" dirty="0"/>
              <a:t>Content2, 150, str, 24</a:t>
            </a:r>
          </a:p>
        </p:txBody>
      </p:sp>
      <p:sp>
        <p:nvSpPr>
          <p:cNvPr id="10" name="Picture Placeholder 2">
            <a:extLst>
              <a:ext uri="{FF2B5EF4-FFF2-40B4-BE49-F238E27FC236}">
                <a16:creationId xmlns:a16="http://schemas.microsoft.com/office/drawing/2014/main" id="{16A95087-0BBA-4AA8-4492-3A3172730435}"/>
              </a:ext>
            </a:extLst>
          </p:cNvPr>
          <p:cNvSpPr>
            <a:spLocks noGrp="1"/>
          </p:cNvSpPr>
          <p:nvPr>
            <p:ph type="pic" sz="quarter" idx="15" hasCustomPrompt="1"/>
          </p:nvPr>
        </p:nvSpPr>
        <p:spPr>
          <a:xfrm>
            <a:off x="9319111" y="3267262"/>
            <a:ext cx="7296150" cy="5711825"/>
          </a:xfrm>
          <a:prstGeom prst="rect">
            <a:avLst/>
          </a:prstGeom>
        </p:spPr>
        <p:txBody>
          <a:bodyPr/>
          <a:lstStyle>
            <a:lvl1pPr>
              <a:defRPr>
                <a:solidFill>
                  <a:schemeClr val="tx1"/>
                </a:solidFill>
              </a:defRPr>
            </a:lvl1pPr>
          </a:lstStyle>
          <a:p>
            <a:r>
              <a:rPr lang="en-US" dirty="0"/>
              <a:t>Image, 0, </a:t>
            </a:r>
            <a:r>
              <a:rPr lang="en-US" dirty="0" err="1"/>
              <a:t>img</a:t>
            </a:r>
            <a:r>
              <a:rPr lang="en-US" dirty="0"/>
              <a:t>, 15</a:t>
            </a:r>
          </a:p>
        </p:txBody>
      </p:sp>
    </p:spTree>
    <p:extLst>
      <p:ext uri="{BB962C8B-B14F-4D97-AF65-F5344CB8AC3E}">
        <p14:creationId xmlns:p14="http://schemas.microsoft.com/office/powerpoint/2010/main" val="2187519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552200" y="1608150"/>
            <a:ext cx="15183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11500"/>
              <a:buFont typeface="Impact"/>
              <a:buNone/>
              <a:defRPr sz="11500" i="0" u="none" strike="noStrike" cap="none">
                <a:solidFill>
                  <a:schemeClr val="dk1"/>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7" name="Google Shape;7;p1"/>
          <p:cNvSpPr txBox="1">
            <a:spLocks noGrp="1"/>
          </p:cNvSpPr>
          <p:nvPr>
            <p:ph type="body" idx="1"/>
          </p:nvPr>
        </p:nvSpPr>
        <p:spPr>
          <a:xfrm>
            <a:off x="1134875" y="4589000"/>
            <a:ext cx="8229600" cy="45261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64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1pPr>
            <a:lvl2pPr marL="914400" marR="0" lvl="1" indent="-381000" algn="l" rtl="0">
              <a:spcBef>
                <a:spcPts val="56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2pPr>
            <a:lvl3pPr marL="1371600" marR="0" lvl="2" indent="-381000" algn="l" rtl="0">
              <a:spcBef>
                <a:spcPts val="48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3pPr>
            <a:lvl4pPr marL="1828800" marR="0" lvl="3"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4pPr>
            <a:lvl5pPr marL="2286000" marR="0" lvl="4"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5pPr>
            <a:lvl6pPr marL="2743200" marR="0" lvl="5"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6pPr>
            <a:lvl7pPr marL="3200400" marR="0" lvl="6"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7pPr>
            <a:lvl8pPr marL="3657600" marR="0" lvl="7"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8pPr>
            <a:lvl9pPr marL="4114800" marR="0" lvl="8" indent="-381000" algn="l" rtl="0">
              <a:spcBef>
                <a:spcPts val="400"/>
              </a:spcBef>
              <a:spcAft>
                <a:spcPts val="0"/>
              </a:spcAft>
              <a:buClr>
                <a:schemeClr val="dk1"/>
              </a:buClr>
              <a:buSzPts val="2400"/>
              <a:buFont typeface="Impact"/>
              <a:buChar char="•"/>
              <a:defRPr sz="2400" i="0" u="none" strike="noStrike" cap="none">
                <a:solidFill>
                  <a:schemeClr val="dk1"/>
                </a:solidFill>
                <a:latin typeface="Impact"/>
                <a:ea typeface="Impact"/>
                <a:cs typeface="Impact"/>
                <a:sym typeface="Impact"/>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 id="2147483658" r:id="rId2"/>
    <p:sldLayoutId id="2147483650" r:id="rId3"/>
    <p:sldLayoutId id="2147483660" r:id="rId4"/>
    <p:sldLayoutId id="2147483659" r:id="rId5"/>
    <p:sldLayoutId id="2147483661" r:id="rId6"/>
    <p:sldLayoutId id="2147483651" r:id="rId7"/>
    <p:sldLayoutId id="2147483662" r:id="rId8"/>
    <p:sldLayoutId id="2147483652" r:id="rId9"/>
    <p:sldLayoutId id="2147483653" r:id="rId10"/>
    <p:sldLayoutId id="2147483656" r:id="rId11"/>
    <p:sldLayoutId id="2147483654" r:id="rId12"/>
    <p:sldLayoutId id="2147483664" r:id="rId13"/>
    <p:sldLayoutId id="2147483665" r:id="rId14"/>
    <p:sldLayoutId id="2147483666" r:id="rId15"/>
    <p:sldLayoutId id="2147483667" r:id="rId16"/>
    <p:sldLayoutId id="2147483668" r:id="rId17"/>
    <p:sldLayoutId id="214748366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hyperlink" Target="https://unsplash.com/@danieljschwarz?utm_source=ai_slide_maker&amp;utm_medium=referral" TargetMode="External"/><Relationship Id="rId2" Type="http://schemas.openxmlformats.org/officeDocument/2006/relationships/image" Target="../media/image26.jpg"/><Relationship Id="rId1" Type="http://schemas.openxmlformats.org/officeDocument/2006/relationships/slideLayout" Target="../slideLayouts/slideLayout18.xml"/><Relationship Id="rId4" Type="http://schemas.openxmlformats.org/officeDocument/2006/relationships/hyperlink" Target="https://unsplash.com/photos/a-train-traveling-through-a-lush-green-forest-3wFA4ql_VjA?utm_source=ai_slide_maker&amp;utm_medium=referra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unsplash.com/@deemwave?utm_source=ai_slide_maker&amp;utm_medium=referral" TargetMode="External"/><Relationship Id="rId2" Type="http://schemas.openxmlformats.org/officeDocument/2006/relationships/image" Target="../media/image27.jpg"/><Relationship Id="rId1" Type="http://schemas.openxmlformats.org/officeDocument/2006/relationships/slideLayout" Target="../slideLayouts/slideLayout4.xml"/><Relationship Id="rId4" Type="http://schemas.openxmlformats.org/officeDocument/2006/relationships/hyperlink" Target="https://unsplash.com/photos/bus-interior-_UqUhoy9FvI?utm_source=ai_slide_maker&amp;utm_medium=referra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unsplash.com/@grayomm?utm_source=ai_slide_maker&amp;utm_medium=referral" TargetMode="External"/><Relationship Id="rId2" Type="http://schemas.openxmlformats.org/officeDocument/2006/relationships/image" Target="../media/image28.jpg"/><Relationship Id="rId1" Type="http://schemas.openxmlformats.org/officeDocument/2006/relationships/slideLayout" Target="../slideLayouts/slideLayout11.xml"/><Relationship Id="rId4" Type="http://schemas.openxmlformats.org/officeDocument/2006/relationships/hyperlink" Target="https://unsplash.com/photos/a-black-and-white-photo-of-a-train-station-Dk5Dsk7U_JA?utm_source=ai_slide_maker&amp;utm_medium=referra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hyperlink" Target="https://unsplash.com/@danieljschwarz?utm_source=ai_slide_maker&amp;utm_medium=referral" TargetMode="External"/><Relationship Id="rId2" Type="http://schemas.openxmlformats.org/officeDocument/2006/relationships/image" Target="../media/image26.jpg"/><Relationship Id="rId1" Type="http://schemas.openxmlformats.org/officeDocument/2006/relationships/slideLayout" Target="../slideLayouts/slideLayout18.xml"/><Relationship Id="rId4" Type="http://schemas.openxmlformats.org/officeDocument/2006/relationships/hyperlink" Target="https://unsplash.com/photos/a-train-traveling-through-a-lush-green-forest-3wFA4ql_VjA?utm_source=ai_slide_maker&amp;utm_medium=referra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6759"/>
              <a:t>Globallashuv  globalistika va barqaror taraqqiyot jarayonlarining mohiyati</a:t>
            </a:r>
          </a:p>
        </p:txBody>
      </p:sp>
      <p:sp>
        <p:nvSpPr>
          <p:cNvPr id="3" name="Subtitle 2"/>
          <p:cNvSpPr>
            <a:spLocks noGrp="1"/>
          </p:cNvSpPr>
          <p:nvPr>
            <p:ph type="subTitle" idx="1"/>
          </p:nvPr>
        </p:nvSpPr>
        <p:spPr/>
        <p:txBody>
          <a:bodyPr/>
          <a:lstStyle/>
          <a:p>
            <a:r>
              <a:t>Xasrakulova 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Reja</a:t>
            </a:r>
          </a:p>
        </p:txBody>
      </p:sp>
      <p:sp>
        <p:nvSpPr>
          <p:cNvPr id="3" name="Text Placeholder 2"/>
          <p:cNvSpPr>
            <a:spLocks noGrp="1"/>
          </p:cNvSpPr>
          <p:nvPr>
            <p:ph type="body" sz="quarter" idx="10"/>
          </p:nvPr>
        </p:nvSpPr>
        <p:spPr/>
        <p:txBody>
          <a:bodyPr/>
          <a:lstStyle/>
          <a:p>
            <a:r>
              <a:t>Globallashuvning asosiy tushunchalari va jarayonlari</a:t>
            </a:r>
          </a:p>
        </p:txBody>
      </p:sp>
      <p:sp>
        <p:nvSpPr>
          <p:cNvPr id="4" name="Text Placeholder 3"/>
          <p:cNvSpPr>
            <a:spLocks noGrp="1"/>
          </p:cNvSpPr>
          <p:nvPr>
            <p:ph type="body" sz="quarter" idx="11"/>
          </p:nvPr>
        </p:nvSpPr>
        <p:spPr/>
        <p:txBody>
          <a:bodyPr/>
          <a:lstStyle/>
          <a:p>
            <a:r>
              <a:t>Barqaror rivojlanishning muhim tamoyillari va metodlari</a:t>
            </a:r>
          </a:p>
        </p:txBody>
      </p:sp>
      <p:sp>
        <p:nvSpPr>
          <p:cNvPr id="5" name="Text Placeholder 4"/>
          <p:cNvSpPr>
            <a:spLocks noGrp="1"/>
          </p:cNvSpPr>
          <p:nvPr>
            <p:ph type="body" sz="quarter" idx="12"/>
          </p:nvPr>
        </p:nvSpPr>
        <p:spPr/>
        <p:txBody>
          <a:bodyPr/>
          <a:lstStyle/>
          <a:p>
            <a:r>
              <a:t>Globallashuv va barqaror rivojlanishni bog‘lovchi amaliy misollar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760"/>
              <a:t>Globallashuv Tushunchasi</a:t>
            </a:r>
          </a:p>
        </p:txBody>
      </p:sp>
      <p:sp>
        <p:nvSpPr>
          <p:cNvPr id="3" name="Text Placeholder 2"/>
          <p:cNvSpPr>
            <a:spLocks noGrp="1"/>
          </p:cNvSpPr>
          <p:nvPr>
            <p:ph type="body" sz="quarter" idx="10"/>
          </p:nvPr>
        </p:nvSpPr>
        <p:spPr/>
        <p:txBody>
          <a:bodyPr/>
          <a:lstStyle/>
          <a:p>
            <a:r>
              <a:rPr sz="2590"/>
              <a:t>Globallashuv, yoki globalizatsiya, dunyo bo'ylab iqtisodiy, siyosiy, madaniy va ekologik bog'liqliklarning kengayishi va chuqurlashishi jarayonidir. Bu, insonlar, davlatlar va tashkilotlar o'rtasidagi o'zaro ta'sir va aloqalarni kuchaytiradi.</a:t>
            </a:r>
          </a:p>
        </p:txBody>
      </p:sp>
      <p:sp>
        <p:nvSpPr>
          <p:cNvPr id="4" name="Text Placeholder 3"/>
          <p:cNvSpPr>
            <a:spLocks noGrp="1"/>
          </p:cNvSpPr>
          <p:nvPr>
            <p:ph type="body" sz="quarter" idx="11"/>
          </p:nvPr>
        </p:nvSpPr>
        <p:spPr/>
        <p:txBody>
          <a:bodyPr/>
          <a:lstStyle/>
          <a:p>
            <a:r>
              <a:rPr sz="2610"/>
              <a:t>Globallashuvning asosiy tushunchalari: iqtisodiy (savdo, investitsiyalar, texnologiyalar), siyosiy (xalqaro hamkorlik, tashkilotlar), madaniy (madaniy almashinuv, madaniy dialog). Bu elementlar barqaror rivojlanishni ta'minlaydi.</a:t>
            </a:r>
          </a:p>
        </p:txBody>
      </p:sp>
      <p:sp>
        <p:nvSpPr>
          <p:cNvPr id="5" name="Text Placeholder 4"/>
          <p:cNvSpPr>
            <a:spLocks noGrp="1"/>
          </p:cNvSpPr>
          <p:nvPr>
            <p:ph type="body" sz="quarter" idx="12"/>
          </p:nvPr>
        </p:nvSpPr>
        <p:spPr/>
        <p:txBody>
          <a:bodyPr/>
          <a:lstStyle/>
          <a:p>
            <a:r>
              <a:rPr sz="2560"/>
              <a:t>Tarixiy rivojlanish: 20-asr oxiridan boshlab texnologik inqiloblar va transport-kommunikatsiya yutuqlari bilan bog'liq. Bu jarayon dunyo iqtisodiy va siyosiy tizimlarining integratsiyasiga olib kelmoqda, yangi imkoniyatlar va muammolar bilan yuzlashmoqda.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760"/>
              <a:t>Globallashuv Jarayonlari</a:t>
            </a:r>
          </a:p>
        </p:txBody>
      </p:sp>
      <p:sp>
        <p:nvSpPr>
          <p:cNvPr id="3" name="Text Placeholder 2"/>
          <p:cNvSpPr>
            <a:spLocks noGrp="1"/>
          </p:cNvSpPr>
          <p:nvPr>
            <p:ph type="body" sz="quarter" idx="11"/>
          </p:nvPr>
        </p:nvSpPr>
        <p:spPr/>
        <p:txBody>
          <a:bodyPr/>
          <a:lstStyle/>
          <a:p>
            <a:r>
              <a:rPr sz="2879"/>
              <a:t>Asosiy turlari</a:t>
            </a:r>
          </a:p>
        </p:txBody>
      </p:sp>
      <p:sp>
        <p:nvSpPr>
          <p:cNvPr id="4" name="Text Placeholder 3"/>
          <p:cNvSpPr>
            <a:spLocks noGrp="1"/>
          </p:cNvSpPr>
          <p:nvPr>
            <p:ph type="body" sz="quarter" idx="12"/>
          </p:nvPr>
        </p:nvSpPr>
        <p:spPr/>
        <p:txBody>
          <a:bodyPr/>
          <a:lstStyle/>
          <a:p>
            <a:r>
              <a:rPr sz="2090"/>
              <a:t>Globallashuvning asosiy turlari iqtisodiy, madaniy va axborot texnologiyalari sohalarida yuzaga keladi, ular dunyo bo'ylab integratsiya va hamkorlikni kuchaytiradi.</a:t>
            </a:r>
          </a:p>
        </p:txBody>
      </p:sp>
      <p:sp>
        <p:nvSpPr>
          <p:cNvPr id="5" name="Text Placeholder 4"/>
          <p:cNvSpPr>
            <a:spLocks noGrp="1"/>
          </p:cNvSpPr>
          <p:nvPr>
            <p:ph type="body" sz="quarter" idx="13"/>
          </p:nvPr>
        </p:nvSpPr>
        <p:spPr/>
        <p:txBody>
          <a:bodyPr/>
          <a:lstStyle/>
          <a:p>
            <a:r>
              <a:rPr sz="2780"/>
              <a:t>Iqtisodiy va madaniy aloqalar</a:t>
            </a:r>
          </a:p>
        </p:txBody>
      </p:sp>
      <p:sp>
        <p:nvSpPr>
          <p:cNvPr id="6" name="Text Placeholder 5"/>
          <p:cNvSpPr>
            <a:spLocks noGrp="1"/>
          </p:cNvSpPr>
          <p:nvPr>
            <p:ph type="body" sz="quarter" idx="14"/>
          </p:nvPr>
        </p:nvSpPr>
        <p:spPr/>
        <p:txBody>
          <a:bodyPr/>
          <a:lstStyle/>
          <a:p>
            <a:r>
              <a:rPr sz="2110"/>
              <a:t>Iqtisodiy va madaniy aloqalar globallashuvda muhim rol o'ynaydi, ular orqali davlatlar va jamiyatlar o'rtasida savdo, madaniy almashuv va axborot tarqaladi.</a:t>
            </a:r>
          </a:p>
        </p:txBody>
      </p:sp>
      <p:pic>
        <p:nvPicPr>
          <p:cNvPr id="7" name="Picture Placeholder 6" descr="image.jpg"/>
          <p:cNvPicPr>
            <a:picLocks noGrp="1" noChangeAspect="1"/>
          </p:cNvPicPr>
          <p:nvPr>
            <p:ph type="pic" sz="quarter" idx="15"/>
          </p:nvPr>
        </p:nvPicPr>
        <p:blipFill>
          <a:blip r:embed="rId2"/>
          <a:srcRect l="7421" r="7421"/>
          <a:stretch>
            <a:fillRect/>
          </a:stretch>
        </p:blipFill>
        <p:spPr/>
      </p:pic>
      <p:sp>
        <p:nvSpPr>
          <p:cNvPr id="8" name="TextBox 7"/>
          <p:cNvSpPr txBox="1"/>
          <p:nvPr/>
        </p:nvSpPr>
        <p:spPr>
          <a:xfrm>
            <a:off x="9319111" y="8750487"/>
            <a:ext cx="7296150" cy="228600"/>
          </a:xfrm>
          <a:prstGeom prst="rect">
            <a:avLst/>
          </a:prstGeom>
          <a:solidFill>
            <a:srgbClr val="F5F3F2"/>
          </a:solidFill>
        </p:spPr>
        <p:txBody>
          <a:bodyPr wrap="none" lIns="0" tIns="0" rIns="0" bIns="0">
            <a:spAutoFit/>
          </a:bodyPr>
          <a:lstStyle/>
          <a:p>
            <a:pPr algn="ctr"/>
            <a:r>
              <a:rPr sz="1100"/>
              <a:t>Photo by </a:t>
            </a:r>
            <a:r>
              <a:rPr sz="1100">
                <a:hlinkClick r:id="rId3"/>
              </a:rPr>
              <a:t>Daniel J. Schwarz</a:t>
            </a:r>
            <a:r>
              <a:rPr sz="1100"/>
              <a:t> on </a:t>
            </a:r>
            <a:r>
              <a:rPr sz="1100">
                <a:hlinkClick r:id="rId4"/>
              </a:rPr>
              <a:t>Unsplash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770"/>
              <a:t>Globallashuvning Ijobiy Ta'sirlari</a:t>
            </a:r>
          </a:p>
        </p:txBody>
      </p:sp>
      <p:sp>
        <p:nvSpPr>
          <p:cNvPr id="3" name="Text Placeholder 2"/>
          <p:cNvSpPr>
            <a:spLocks noGrp="1"/>
          </p:cNvSpPr>
          <p:nvPr>
            <p:ph type="body" idx="1"/>
          </p:nvPr>
        </p:nvSpPr>
        <p:spPr/>
        <p:txBody>
          <a:bodyPr/>
          <a:lstStyle/>
          <a:p>
            <a:r>
              <a:rPr sz="2690"/>
              <a:t>Globallashuv iqtisodiy o'sishni tezlashtiradi, yangi bozorlar ochadi va investitsiyalarni oshiradi. Masalan, Xitoy va Hindiston kabi davlatlar, global hamkorlik orqali yirik iqtisodiy rivojlanishga erishdi.</a:t>
            </a:r>
          </a:p>
        </p:txBody>
      </p:sp>
      <p:sp>
        <p:nvSpPr>
          <p:cNvPr id="4" name="Text Placeholder 3"/>
          <p:cNvSpPr>
            <a:spLocks noGrp="1"/>
          </p:cNvSpPr>
          <p:nvPr>
            <p:ph type="body" idx="2"/>
          </p:nvPr>
        </p:nvSpPr>
        <p:spPr/>
        <p:txBody>
          <a:bodyPr/>
          <a:lstStyle/>
          <a:p>
            <a:r>
              <a:rPr sz="2660"/>
              <a:t>Madaniy diversifikatsiya yangi fikrlar va texnologiyalarni kiritadi, innovatsiyalarni rivojlantiradi va texnologik taraqqiyotga yordam beradi. Bu jarayon xalqaro hamkorlik va ilm-fan sohasida muvaffaqiyatlarni keltirib chiqaradi.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5030"/>
              <a:t>Globallashuvning Salbiy Ta'sirlari</a:t>
            </a:r>
          </a:p>
        </p:txBody>
      </p:sp>
      <p:sp>
        <p:nvSpPr>
          <p:cNvPr id="3" name="Text Placeholder 2"/>
          <p:cNvSpPr>
            <a:spLocks noGrp="1"/>
          </p:cNvSpPr>
          <p:nvPr>
            <p:ph type="body" sz="quarter" idx="10"/>
          </p:nvPr>
        </p:nvSpPr>
        <p:spPr/>
        <p:txBody>
          <a:bodyPr/>
          <a:lstStyle/>
          <a:p>
            <a:r>
              <a:rPr sz="2940"/>
              <a:t>Ijtimoiy tengsizlik va muammolar</a:t>
            </a:r>
          </a:p>
        </p:txBody>
      </p:sp>
      <p:sp>
        <p:nvSpPr>
          <p:cNvPr id="4" name="Text Placeholder 3"/>
          <p:cNvSpPr>
            <a:spLocks noGrp="1"/>
          </p:cNvSpPr>
          <p:nvPr>
            <p:ph type="body" sz="quarter" idx="11"/>
          </p:nvPr>
        </p:nvSpPr>
        <p:spPr/>
        <p:txBody>
          <a:bodyPr/>
          <a:lstStyle/>
          <a:p>
            <a:r>
              <a:rPr sz="2060"/>
              <a:t>Globallashuv rivojlangan va rivojlanayotgan mamlakatlar orasidagi farqlarni oshirdi. Bu, jamiyatda tengsizlik, qorovulchilik, ta'lim va salomatlik muammolarini keltirib chiqardi.</a:t>
            </a:r>
          </a:p>
        </p:txBody>
      </p:sp>
      <p:sp>
        <p:nvSpPr>
          <p:cNvPr id="5" name="Text Placeholder 4"/>
          <p:cNvSpPr>
            <a:spLocks noGrp="1"/>
          </p:cNvSpPr>
          <p:nvPr>
            <p:ph type="body" sz="quarter" idx="12"/>
          </p:nvPr>
        </p:nvSpPr>
        <p:spPr/>
        <p:txBody>
          <a:bodyPr/>
          <a:lstStyle/>
          <a:p>
            <a:r>
              <a:rPr sz="2920"/>
              <a:t>Mahalliy madaniyatning yo'qolishi</a:t>
            </a:r>
          </a:p>
        </p:txBody>
      </p:sp>
      <p:sp>
        <p:nvSpPr>
          <p:cNvPr id="6" name="Text Placeholder 5"/>
          <p:cNvSpPr>
            <a:spLocks noGrp="1"/>
          </p:cNvSpPr>
          <p:nvPr>
            <p:ph type="body" sz="quarter" idx="13"/>
          </p:nvPr>
        </p:nvSpPr>
        <p:spPr/>
        <p:txBody>
          <a:bodyPr/>
          <a:lstStyle/>
          <a:p>
            <a:r>
              <a:rPr sz="2050"/>
              <a:t>Global madaniyat tarqalishi mahalliy an'analarga salbiy ta'sir qilmoqda, madaniyat identifikatsiyasi yo'qolib, an'anaviy san'at va urf-odatlar o'rnini global brendlar egallamoqda.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5210"/>
              <a:t>Barqaror Rivojlanish Tamoyillari</a:t>
            </a:r>
          </a:p>
        </p:txBody>
      </p:sp>
      <p:sp>
        <p:nvSpPr>
          <p:cNvPr id="3" name="Text Placeholder 2"/>
          <p:cNvSpPr>
            <a:spLocks noGrp="1"/>
          </p:cNvSpPr>
          <p:nvPr>
            <p:ph type="body" idx="1"/>
          </p:nvPr>
        </p:nvSpPr>
        <p:spPr/>
        <p:txBody>
          <a:bodyPr/>
          <a:lstStyle/>
          <a:p>
            <a:r>
              <a:rPr sz="2970"/>
              <a:t>Iqtisodiy tamoyil resurslardan samarali foydalanishni, iqtisodiy barqarorlikni anglatadi. Ijtimoiy tamoyil inson huquqlari, tenglik va ijtimoiy adolatni ta'minlaydi. Ekologik tamoyil tabiatni muhofaza qilish va ekologik tizimlarning barqarorligini ta'minlashga qaratilgan. Bu tamoyillar global va mahalliy rivojlanishda muhim rol o'ynaydi.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5220"/>
              <a:t>Barqaror Rivojlanish Metodlari</a:t>
            </a:r>
          </a:p>
        </p:txBody>
      </p:sp>
      <p:sp>
        <p:nvSpPr>
          <p:cNvPr id="3" name="Text Placeholder 2"/>
          <p:cNvSpPr>
            <a:spLocks noGrp="1"/>
          </p:cNvSpPr>
          <p:nvPr>
            <p:ph type="body" idx="1"/>
          </p:nvPr>
        </p:nvSpPr>
        <p:spPr/>
        <p:txBody>
          <a:bodyPr/>
          <a:lstStyle/>
          <a:p>
            <a:r>
              <a:rPr sz="2850"/>
              <a:t>Barqaror rivojlanishda asosiy metodlar strategik rejalashtirish, monitoring va baholashdir. Strategik rejalashtirish uzoq muddatli maqsadlarni belgilash va resurslarni taqsimlashda yordam beradi. Monitoring rivojlanish holatini real vaqtda kuzatib, muhim ma'lumotlarni taqdim etadi. Baholash esa natijalarni tahlil qilib, kelajak uchun tavsiyalar beradi. Har bir metod barqarorlikni ta'minlashda muhim rol o'ynaydi.</a:t>
            </a:r>
          </a:p>
        </p:txBody>
      </p:sp>
      <p:pic>
        <p:nvPicPr>
          <p:cNvPr id="4" name="Picture Placeholder 3" descr="image.jpg"/>
          <p:cNvPicPr>
            <a:picLocks noGrp="1" noChangeAspect="1"/>
          </p:cNvPicPr>
          <p:nvPr>
            <p:ph type="pic" sz="quarter" idx="10"/>
          </p:nvPr>
        </p:nvPicPr>
        <p:blipFill>
          <a:blip r:embed="rId2"/>
          <a:srcRect l="12540" r="12540"/>
          <a:stretch>
            <a:fillRect/>
          </a:stretch>
        </p:blipFill>
        <p:spPr/>
      </p:pic>
      <p:sp>
        <p:nvSpPr>
          <p:cNvPr id="5" name="TextBox 4"/>
          <p:cNvSpPr txBox="1"/>
          <p:nvPr/>
        </p:nvSpPr>
        <p:spPr>
          <a:xfrm>
            <a:off x="10836340" y="8846850"/>
            <a:ext cx="5538788" cy="228600"/>
          </a:xfrm>
          <a:prstGeom prst="rect">
            <a:avLst/>
          </a:prstGeom>
          <a:solidFill>
            <a:srgbClr val="F5F3F2"/>
          </a:solidFill>
        </p:spPr>
        <p:txBody>
          <a:bodyPr wrap="none" lIns="0" tIns="0" rIns="0" bIns="0">
            <a:spAutoFit/>
          </a:bodyPr>
          <a:lstStyle/>
          <a:p>
            <a:pPr algn="ctr"/>
            <a:r>
              <a:rPr sz="1100"/>
              <a:t>Photo by </a:t>
            </a:r>
            <a:r>
              <a:rPr sz="1100">
                <a:hlinkClick r:id="rId3"/>
              </a:rPr>
              <a:t>Dmitry Dreyer</a:t>
            </a:r>
            <a:r>
              <a:rPr sz="1100"/>
              <a:t> on </a:t>
            </a:r>
            <a:r>
              <a:rPr sz="1100">
                <a:hlinkClick r:id="rId4"/>
              </a:rPr>
              <a:t>Unsplash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590"/>
              <a:t>Barqaror Rivojlanishning Ijtimoiy Ta'siri</a:t>
            </a:r>
          </a:p>
        </p:txBody>
      </p:sp>
      <p:sp>
        <p:nvSpPr>
          <p:cNvPr id="3" name="Text Placeholder 2"/>
          <p:cNvSpPr>
            <a:spLocks noGrp="1"/>
          </p:cNvSpPr>
          <p:nvPr>
            <p:ph type="body" sz="quarter" idx="10"/>
          </p:nvPr>
        </p:nvSpPr>
        <p:spPr/>
        <p:txBody>
          <a:bodyPr/>
          <a:lstStyle/>
          <a:p>
            <a:r>
              <a:rPr sz="2970"/>
              <a:t>Ijtimoiy Barqarorlik va Rivojlanish</a:t>
            </a:r>
          </a:p>
        </p:txBody>
      </p:sp>
      <p:sp>
        <p:nvSpPr>
          <p:cNvPr id="4" name="Text Placeholder 3"/>
          <p:cNvSpPr>
            <a:spLocks noGrp="1"/>
          </p:cNvSpPr>
          <p:nvPr>
            <p:ph type="body" sz="quarter" idx="11"/>
          </p:nvPr>
        </p:nvSpPr>
        <p:spPr/>
        <p:txBody>
          <a:bodyPr/>
          <a:lstStyle/>
          <a:p>
            <a:r>
              <a:rPr sz="2430"/>
              <a:t>Barqaror rivojlanishning ijtimoiy jihatlari ta'lim, sog'liqni saqlash va tenglik bilan bog'liq. Bu elementlar jamiyatning farovonligini oshiradi.</a:t>
            </a:r>
          </a:p>
        </p:txBody>
      </p:sp>
      <p:sp>
        <p:nvSpPr>
          <p:cNvPr id="5" name="Text Placeholder 4"/>
          <p:cNvSpPr>
            <a:spLocks noGrp="1"/>
          </p:cNvSpPr>
          <p:nvPr>
            <p:ph type="body" sz="quarter" idx="12"/>
          </p:nvPr>
        </p:nvSpPr>
        <p:spPr/>
        <p:txBody>
          <a:bodyPr/>
          <a:lstStyle/>
          <a:p>
            <a:r>
              <a:rPr sz="2420"/>
              <a:t>Ijtimoiy ta'sirlarni o'lchash uchun statistik ma'lumotlar, aholining farovonlik indekslari va ijtimoiy barqarorlik ko'rsatkichlaridan foydalaniladi.</a:t>
            </a:r>
          </a:p>
        </p:txBody>
      </p:sp>
      <p:sp>
        <p:nvSpPr>
          <p:cNvPr id="6" name="Text Placeholder 5"/>
          <p:cNvSpPr>
            <a:spLocks noGrp="1"/>
          </p:cNvSpPr>
          <p:nvPr>
            <p:ph type="body" sz="quarter" idx="13"/>
          </p:nvPr>
        </p:nvSpPr>
        <p:spPr/>
        <p:txBody>
          <a:bodyPr/>
          <a:lstStyle/>
          <a:p>
            <a:r>
              <a:rPr sz="2340"/>
              <a:t>Ijtimoiy barqarorlikni ta'minlash uchun ta'lim va sog'liqni saqlash xizmatlarini kengaytirish, tenglikni ta'minlash va ijtimoiy infratuzilmani rivojlantirish strategiyalari qo'llaniladi.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500"/>
              <a:t>Ekologik barqarorlik va uning rivojlanishdagi roli</a:t>
            </a:r>
          </a:p>
        </p:txBody>
      </p:sp>
      <p:sp>
        <p:nvSpPr>
          <p:cNvPr id="3" name="Text Placeholder 2"/>
          <p:cNvSpPr>
            <a:spLocks noGrp="1"/>
          </p:cNvSpPr>
          <p:nvPr>
            <p:ph type="body" sz="quarter" idx="11"/>
          </p:nvPr>
        </p:nvSpPr>
        <p:spPr/>
        <p:txBody>
          <a:bodyPr/>
          <a:lstStyle/>
          <a:p>
            <a:r>
              <a:rPr sz="2490"/>
              <a:t>Ekologik barqarorlik tabiat resurslarini asrash va iqtisodiy rivojlanishda muhim rol o'ynaydi.</a:t>
            </a:r>
          </a:p>
        </p:txBody>
      </p:sp>
      <p:sp>
        <p:nvSpPr>
          <p:cNvPr id="4" name="Text Placeholder 3"/>
          <p:cNvSpPr>
            <a:spLocks noGrp="1"/>
          </p:cNvSpPr>
          <p:nvPr>
            <p:ph type="body" sz="quarter" idx="12"/>
          </p:nvPr>
        </p:nvSpPr>
        <p:spPr/>
        <p:txBody>
          <a:bodyPr/>
          <a:lstStyle/>
          <a:p>
            <a:r>
              <a:rPr sz="2440"/>
              <a:t>Resurslarni boshqarish va ekologik muammolarni hal etish</a:t>
            </a:r>
          </a:p>
        </p:txBody>
      </p:sp>
      <p:sp>
        <p:nvSpPr>
          <p:cNvPr id="5" name="Text Placeholder 4"/>
          <p:cNvSpPr>
            <a:spLocks noGrp="1"/>
          </p:cNvSpPr>
          <p:nvPr>
            <p:ph type="body" sz="quarter" idx="13"/>
          </p:nvPr>
        </p:nvSpPr>
        <p:spPr/>
        <p:txBody>
          <a:bodyPr/>
          <a:lstStyle/>
          <a:p>
            <a:r>
              <a:rPr sz="2380"/>
              <a:t>Resurslarni samarali boshqarish va ekologik muammolarni texnologik innovatsiyalar bilan hal qilish barqaror rivojlanishni ta'minlaydi.</a:t>
            </a:r>
          </a:p>
        </p:txBody>
      </p:sp>
      <p:sp>
        <p:nvSpPr>
          <p:cNvPr id="6" name="Title 5"/>
          <p:cNvSpPr>
            <a:spLocks noGrp="1"/>
          </p:cNvSpPr>
          <p:nvPr>
            <p:ph type="title"/>
          </p:nvPr>
        </p:nvSpPr>
        <p:spPr/>
        <p:txBody>
          <a:bodyPr/>
          <a:lstStyle/>
          <a:p>
            <a:r>
              <a:rPr sz="4190"/>
              <a:t>Barqaror Rivojlanishning Ekologik Asoslari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5170"/>
              <a:t>Globallashuv va Barqaror Rivojlanish</a:t>
            </a:r>
          </a:p>
        </p:txBody>
      </p:sp>
      <p:sp>
        <p:nvSpPr>
          <p:cNvPr id="3" name="Text Placeholder 2"/>
          <p:cNvSpPr>
            <a:spLocks noGrp="1"/>
          </p:cNvSpPr>
          <p:nvPr>
            <p:ph type="body" sz="quarter" idx="10"/>
          </p:nvPr>
        </p:nvSpPr>
        <p:spPr/>
        <p:txBody>
          <a:bodyPr/>
          <a:lstStyle/>
          <a:p>
            <a:r>
              <a:rPr sz="3030"/>
              <a:t>Globallashuv iqtisodiy, madaniy va texnologik aloqalarni kengaytiradi, rivojlanishga yangi imkoniyatlar ochadi. Barqaror rivojlanish esa ekologik, ijtimoiy va iqtisodiy barqarorlikni ta'minlaydi. Ularning o'zaro ta'siri, masalan, yashil texnologiyalar va raqamli iqtisodiyot, kelajak uchun muhimdir.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5280"/>
              <a:t>Amaliy Misollar: Energiya Sektori</a:t>
            </a:r>
          </a:p>
        </p:txBody>
      </p:sp>
      <p:pic>
        <p:nvPicPr>
          <p:cNvPr id="3" name="Picture Placeholder 2" descr="image.jpg"/>
          <p:cNvPicPr>
            <a:picLocks noGrp="1" noChangeAspect="1"/>
          </p:cNvPicPr>
          <p:nvPr>
            <p:ph type="pic" idx="2"/>
          </p:nvPr>
        </p:nvPicPr>
        <p:blipFill>
          <a:blip r:embed="rId2"/>
          <a:srcRect l="5556" r="5556"/>
          <a:stretch>
            <a:fillRect/>
          </a:stretch>
        </p:blipFill>
        <p:spPr/>
      </p:pic>
      <p:sp>
        <p:nvSpPr>
          <p:cNvPr id="4" name="Text Placeholder 3"/>
          <p:cNvSpPr>
            <a:spLocks noGrp="1"/>
          </p:cNvSpPr>
          <p:nvPr>
            <p:ph type="body" idx="1"/>
          </p:nvPr>
        </p:nvSpPr>
        <p:spPr/>
        <p:txBody>
          <a:bodyPr/>
          <a:lstStyle/>
          <a:p>
            <a:r>
              <a:rPr sz="2950"/>
              <a:t>Energiya sektori globallashuv jarayonida muhim rol o'ynaydi. Qayta tiklanuvchi energiya manbalari, masalan, quyosh va shamol, global muhitga ijobiy ta'sir ko'rsatadi. O'zbekistonda quyosh energiyasi rivojlanmoqda, bu energiya xavfsizligi va ekologik barqarorlikni ta'minlaydi.</a:t>
            </a:r>
          </a:p>
        </p:txBody>
      </p:sp>
      <p:sp>
        <p:nvSpPr>
          <p:cNvPr id="5" name="TextBox 4"/>
          <p:cNvSpPr txBox="1"/>
          <p:nvPr/>
        </p:nvSpPr>
        <p:spPr>
          <a:xfrm>
            <a:off x="11526463" y="8713150"/>
            <a:ext cx="5486400" cy="228600"/>
          </a:xfrm>
          <a:prstGeom prst="rect">
            <a:avLst/>
          </a:prstGeom>
          <a:solidFill>
            <a:srgbClr val="F5F3F2"/>
          </a:solidFill>
        </p:spPr>
        <p:txBody>
          <a:bodyPr wrap="none" lIns="0" tIns="0" rIns="0" bIns="0">
            <a:spAutoFit/>
          </a:bodyPr>
          <a:lstStyle/>
          <a:p>
            <a:pPr algn="ctr"/>
            <a:r>
              <a:rPr sz="1100"/>
              <a:t>Photo by </a:t>
            </a:r>
            <a:r>
              <a:rPr sz="1100">
                <a:hlinkClick r:id="rId3"/>
              </a:rPr>
              <a:t>grayom</a:t>
            </a:r>
            <a:r>
              <a:rPr sz="1100"/>
              <a:t> on </a:t>
            </a:r>
            <a:r>
              <a:rPr sz="1100">
                <a:hlinkClick r:id="rId4"/>
              </a:rPr>
              <a:t>Unsplash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60"/>
              <a:t>Amaliy Misollar: Qishloq Xo'jaligi</a:t>
            </a:r>
          </a:p>
        </p:txBody>
      </p:sp>
      <p:sp>
        <p:nvSpPr>
          <p:cNvPr id="3" name="Text Placeholder 2"/>
          <p:cNvSpPr>
            <a:spLocks noGrp="1"/>
          </p:cNvSpPr>
          <p:nvPr>
            <p:ph type="body" sz="quarter" idx="10"/>
          </p:nvPr>
        </p:nvSpPr>
        <p:spPr/>
        <p:txBody>
          <a:bodyPr/>
          <a:lstStyle/>
          <a:p>
            <a:r>
              <a:rPr sz="2370"/>
              <a:t>Qishloq xo'jaligida barqaror rivojlanish ekologik va iqtisodiy jihatlarni hisobga olgan holda amalga oshiriladi. Masalan, O'zbekistonda suvni tejash texnologiyalari va ekinlarni diversifikatsiya qilish orqali barqarorlik ta'minlanmoqda. Bu usullar global bozorlar bilan integratsiyani mustahkamlashga yordam beradi.</a:t>
            </a:r>
          </a:p>
        </p:txBody>
      </p:sp>
      <p:sp>
        <p:nvSpPr>
          <p:cNvPr id="4" name="Text Placeholder 3"/>
          <p:cNvSpPr>
            <a:spLocks noGrp="1"/>
          </p:cNvSpPr>
          <p:nvPr>
            <p:ph type="body" sz="quarter" idx="11"/>
          </p:nvPr>
        </p:nvSpPr>
        <p:spPr/>
        <p:txBody>
          <a:bodyPr/>
          <a:lstStyle/>
          <a:p>
            <a:r>
              <a:rPr sz="2310"/>
              <a:t>Qishloq xo'jaligida ekologik qishloq xo'jaligi amaliyoti yer resurslarini muhofaza qilish, biologik xilma-xillikni saqlash va kimyoviy moddalarni kamaytirishga qaratilgan. O'zbekistonning paxta ishlab chiqarish sohasida ekologik yondashuvlar yordamida ishlab chiqarish samaradorligini oshirish va global bozorda raqobatbardosh bo'lish imkoniyatlari mavjud.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10"/>
              <a:t>Amaliy Misollar: Transport va Logistika</a:t>
            </a:r>
          </a:p>
        </p:txBody>
      </p:sp>
      <p:sp>
        <p:nvSpPr>
          <p:cNvPr id="3" name="Text Placeholder 2"/>
          <p:cNvSpPr>
            <a:spLocks noGrp="1"/>
          </p:cNvSpPr>
          <p:nvPr>
            <p:ph type="body" sz="quarter" idx="11"/>
          </p:nvPr>
        </p:nvSpPr>
        <p:spPr/>
        <p:txBody>
          <a:bodyPr/>
          <a:lstStyle/>
          <a:p>
            <a:r>
              <a:rPr sz="2590"/>
              <a:t>Globallashuv transport va logistika sohasiga katta ta'sir ko'rsatmoqda. Global tarmoqlarning kengayishi ekologik muammolarni keltirib chiqaradi. Masalan, xalqaro yuk tashish jarayonlari bilan bog'liq muhit muhofazasi muhim ahamiyatga ega.</a:t>
            </a:r>
          </a:p>
        </p:txBody>
      </p:sp>
      <p:sp>
        <p:nvSpPr>
          <p:cNvPr id="4" name="Text Placeholder 3"/>
          <p:cNvSpPr>
            <a:spLocks noGrp="1"/>
          </p:cNvSpPr>
          <p:nvPr>
            <p:ph type="body" sz="quarter" idx="12"/>
          </p:nvPr>
        </p:nvSpPr>
        <p:spPr/>
        <p:txBody>
          <a:bodyPr/>
          <a:lstStyle/>
          <a:p>
            <a:r>
              <a:rPr sz="2630"/>
              <a:t>O'zbekiston transport tizimi, temir yo'l va avtotransport infratuzilmasini modernizatsiya qilmoqda. Mahalliy kompaniyalar sifat va ekologik muvozanatni saqlashga intilmoqda, bu esa barqaror rivojlanishga xizmat qiladi.</a:t>
            </a:r>
          </a:p>
        </p:txBody>
      </p:sp>
      <p:sp>
        <p:nvSpPr>
          <p:cNvPr id="5" name="Text Placeholder 4"/>
          <p:cNvSpPr>
            <a:spLocks noGrp="1"/>
          </p:cNvSpPr>
          <p:nvPr>
            <p:ph type="body" sz="quarter" idx="13"/>
          </p:nvPr>
        </p:nvSpPr>
        <p:spPr/>
        <p:txBody>
          <a:bodyPr/>
          <a:lstStyle/>
          <a:p>
            <a:r>
              <a:rPr sz="2630"/>
              <a:t>Yashil logistika va ekologik texnologiyalar, elektr transport kabi innovatsiyalar muhit muhofazasiga yordam beradi. Bu jarayonlar iqtisodiy manfaatlar bilan birga, ekologik barqarorlikni ta'minlashga ham xizmat qiladi.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800"/>
              <a:t>Xulosa</a:t>
            </a:r>
          </a:p>
        </p:txBody>
      </p:sp>
      <p:sp>
        <p:nvSpPr>
          <p:cNvPr id="3" name="Text Placeholder 2"/>
          <p:cNvSpPr>
            <a:spLocks noGrp="1"/>
          </p:cNvSpPr>
          <p:nvPr>
            <p:ph type="body" sz="quarter" idx="11"/>
          </p:nvPr>
        </p:nvSpPr>
        <p:spPr/>
        <p:txBody>
          <a:bodyPr/>
          <a:lstStyle/>
          <a:p>
            <a:r>
              <a:rPr sz="2700"/>
              <a:t>Globallashuv va rivojlanishning mohiyati</a:t>
            </a:r>
          </a:p>
        </p:txBody>
      </p:sp>
      <p:sp>
        <p:nvSpPr>
          <p:cNvPr id="4" name="Text Placeholder 3"/>
          <p:cNvSpPr>
            <a:spLocks noGrp="1"/>
          </p:cNvSpPr>
          <p:nvPr>
            <p:ph type="body" sz="quarter" idx="12"/>
          </p:nvPr>
        </p:nvSpPr>
        <p:spPr/>
        <p:txBody>
          <a:bodyPr/>
          <a:lstStyle/>
          <a:p>
            <a:r>
              <a:rPr sz="2140"/>
              <a:t>Globallashuv jarayoni insoniyat tarixida iqtisodiy, madaniy va texnologik sohalarda keng tarqalib, dunyoni birlashtirib borayotgan jarayondir.</a:t>
            </a:r>
          </a:p>
        </p:txBody>
      </p:sp>
      <p:sp>
        <p:nvSpPr>
          <p:cNvPr id="5" name="Text Placeholder 4"/>
          <p:cNvSpPr>
            <a:spLocks noGrp="1"/>
          </p:cNvSpPr>
          <p:nvPr>
            <p:ph type="body" sz="quarter" idx="13"/>
          </p:nvPr>
        </p:nvSpPr>
        <p:spPr/>
        <p:txBody>
          <a:bodyPr/>
          <a:lstStyle/>
          <a:p>
            <a:r>
              <a:rPr sz="2840"/>
              <a:t>Ta'siri va muammolari</a:t>
            </a:r>
          </a:p>
        </p:txBody>
      </p:sp>
      <p:sp>
        <p:nvSpPr>
          <p:cNvPr id="6" name="Text Placeholder 5"/>
          <p:cNvSpPr>
            <a:spLocks noGrp="1"/>
          </p:cNvSpPr>
          <p:nvPr>
            <p:ph type="body" sz="quarter" idx="14"/>
          </p:nvPr>
        </p:nvSpPr>
        <p:spPr/>
        <p:txBody>
          <a:bodyPr/>
          <a:lstStyle/>
          <a:p>
            <a:r>
              <a:rPr sz="2050"/>
              <a:t>Globallashuv ijobiy ta'sirlar, masalan, iqtisodiy o'sish va madaniy almashinishni kuchaytiradi, ammo atrof-muhit muammolari, farqlar va ijtimoiy muammolarni ham keltirib chiqaradi.</a:t>
            </a:r>
          </a:p>
        </p:txBody>
      </p:sp>
      <p:pic>
        <p:nvPicPr>
          <p:cNvPr id="7" name="Picture Placeholder 6" descr="image.jpg"/>
          <p:cNvPicPr>
            <a:picLocks noGrp="1" noChangeAspect="1"/>
          </p:cNvPicPr>
          <p:nvPr>
            <p:ph type="pic" sz="quarter" idx="15"/>
          </p:nvPr>
        </p:nvPicPr>
        <p:blipFill>
          <a:blip r:embed="rId2"/>
          <a:srcRect l="7421" r="7421"/>
          <a:stretch>
            <a:fillRect/>
          </a:stretch>
        </p:blipFill>
        <p:spPr/>
      </p:pic>
      <p:sp>
        <p:nvSpPr>
          <p:cNvPr id="8" name="TextBox 7"/>
          <p:cNvSpPr txBox="1"/>
          <p:nvPr/>
        </p:nvSpPr>
        <p:spPr>
          <a:xfrm>
            <a:off x="9319111" y="8750487"/>
            <a:ext cx="7296150" cy="228600"/>
          </a:xfrm>
          <a:prstGeom prst="rect">
            <a:avLst/>
          </a:prstGeom>
          <a:solidFill>
            <a:srgbClr val="F5F3F2"/>
          </a:solidFill>
        </p:spPr>
        <p:txBody>
          <a:bodyPr wrap="none" lIns="0" tIns="0" rIns="0" bIns="0">
            <a:spAutoFit/>
          </a:bodyPr>
          <a:lstStyle/>
          <a:p>
            <a:pPr algn="ctr"/>
            <a:r>
              <a:rPr sz="1100"/>
              <a:t>Photo by </a:t>
            </a:r>
            <a:r>
              <a:rPr sz="1100">
                <a:hlinkClick r:id="rId3"/>
              </a:rPr>
              <a:t>Daniel J. Schwarz</a:t>
            </a:r>
            <a:r>
              <a:rPr sz="1100"/>
              <a:t> on </a:t>
            </a:r>
            <a:r>
              <a:rPr sz="1100">
                <a:hlinkClick r:id="rId4"/>
              </a:rPr>
              <a:t>Unsplash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Foydalanilgan Adabiyotlar</a:t>
            </a:r>
          </a:p>
        </p:txBody>
      </p:sp>
      <p:sp>
        <p:nvSpPr>
          <p:cNvPr id="3" name="Content Placeholder 2"/>
          <p:cNvSpPr>
            <a:spLocks noGrp="1"/>
          </p:cNvSpPr>
          <p:nvPr>
            <p:ph idx="1"/>
          </p:nvPr>
        </p:nvSpPr>
        <p:spPr/>
        <p:txBody>
          <a:bodyPr/>
          <a:lstStyle/>
          <a:p>
            <a:r>
              <a:t>1. Xolmatov, A. Globallashuv va Barqaror Rivojlanish: Nazariyalar va Amaliy Misollar. O‘zbekiston Davlat Universiteti nashriyoti, 2020.</a:t>
            </a:r>
          </a:p>
          <a:p>
            <a:r>
              <a:t>2. Qodirov, D. Barqaror Taraqqiyot va Globallashuvning O'zbekiston uchun Ahamiyati. Toshkent Davlat Universiteti Ilmiy Jurnali, 2021.</a:t>
            </a:r>
          </a:p>
          <a:p>
            <a:r>
              <a:t>3. Islomov, S. Globallashuv jarayonlari va Barqaror Rivojlanish. Yevropa Iqtisodiy Tahlil, 2019.</a:t>
            </a:r>
          </a:p>
          <a:p>
            <a:r>
              <a:t>4. Nurmatov, R. Ekologik Barqarorlik va Globallashuv. O‘zbekiston Ekologiya va Tabiiy Resurslar Akademiyasi, 2022.</a:t>
            </a:r>
          </a:p>
          <a:p>
            <a:r>
              <a:t>5. Tashkent International Conference on Sustainable Development (TICSD). Globallashuv va Barqaror Rivojlanish masalalari. Tashkent, 2023.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E'tiboringiz uchun rahmat!</a:t>
            </a:r>
          </a:p>
        </p:txBody>
      </p:sp>
    </p:spTree>
  </p:cSld>
  <p:clrMapOvr>
    <a:masterClrMapping/>
  </p:clrMapOvr>
</p:sld>
</file>

<file path=ppt/theme/theme1.xml><?xml version="1.0" encoding="utf-8"?>
<a:theme xmlns:a="http://schemas.openxmlformats.org/drawingml/2006/main" name="Railroad Minitheme">
  <a:themeElements>
    <a:clrScheme name="Office">
      <a:dk1>
        <a:srgbClr val="000000"/>
      </a:dk1>
      <a:lt1>
        <a:srgbClr val="FFFFFF"/>
      </a:lt1>
      <a:dk2>
        <a:srgbClr val="EEFFEF"/>
      </a:dk2>
      <a:lt2>
        <a:srgbClr val="5DB647"/>
      </a:lt2>
      <a:accent1>
        <a:srgbClr val="ED7843"/>
      </a:accent1>
      <a:accent2>
        <a:srgbClr val="F45B5B"/>
      </a:accent2>
      <a:accent3>
        <a:srgbClr val="888888"/>
      </a:accent3>
      <a:accent4>
        <a:srgbClr val="FFFFFF"/>
      </a:accent4>
      <a:accent5>
        <a:srgbClr val="EEFFEF"/>
      </a:accent5>
      <a:accent6>
        <a:srgbClr val="5DB647"/>
      </a:accent6>
      <a:hlink>
        <a:srgbClr val="ED7843"/>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964</Words>
  <Application>Microsoft Office PowerPoint</Application>
  <PresentationFormat>Произвольный</PresentationFormat>
  <Paragraphs>64</Paragraphs>
  <Slides>17</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17</vt:i4>
      </vt:variant>
    </vt:vector>
  </HeadingPairs>
  <TitlesOfParts>
    <vt:vector size="26" baseType="lpstr">
      <vt:lpstr>PT Sans</vt:lpstr>
      <vt:lpstr>Impact</vt:lpstr>
      <vt:lpstr>Proxima Nova</vt:lpstr>
      <vt:lpstr>Algerian</vt:lpstr>
      <vt:lpstr>Arial</vt:lpstr>
      <vt:lpstr>Times New Roman</vt:lpstr>
      <vt:lpstr>Calibri</vt:lpstr>
      <vt:lpstr>DM Sans</vt:lpstr>
      <vt:lpstr>Railroad Minitheme</vt:lpstr>
      <vt:lpstr>Globallashuv  globalistika va barqaror taraqqiyot jarayonlarining mohiyati</vt:lpstr>
      <vt:lpstr>Reja</vt:lpstr>
      <vt:lpstr>Globallashuv Tushunchasi</vt:lpstr>
      <vt:lpstr>Globallashuv Jarayonlari</vt:lpstr>
      <vt:lpstr>Globallashuvning Ijobiy Ta'sirlari</vt:lpstr>
      <vt:lpstr>Globallashuvning Salbiy Ta'sirlari</vt:lpstr>
      <vt:lpstr>Barqaror Rivojlanish Tamoyillari</vt:lpstr>
      <vt:lpstr>Barqaror Rivojlanish Metodlari</vt:lpstr>
      <vt:lpstr>Barqaror Rivojlanishning Ijtimoiy Ta'siri</vt:lpstr>
      <vt:lpstr>Barqaror Rivojlanishning Ekologik Asoslari</vt:lpstr>
      <vt:lpstr>Globallashuv va Barqaror Rivojlanish</vt:lpstr>
      <vt:lpstr>Amaliy Misollar: Energiya Sektori</vt:lpstr>
      <vt:lpstr>Amaliy Misollar: Qishloq Xo'jaligi</vt:lpstr>
      <vt:lpstr>Amaliy Misollar: Transport va Logistika</vt:lpstr>
      <vt:lpstr>Xulosa</vt:lpstr>
      <vt:lpstr>Foydalanilgan Adabiyotlar</vt:lpstr>
      <vt:lpstr>E'tiboringiz uchun rahmat!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Asadbek Abduvaitov</dc:creator>
  <cp:lastModifiedBy>Asadbek Abduvaitov</cp:lastModifiedBy>
  <cp:revision>5</cp:revision>
  <dcterms:modified xsi:type="dcterms:W3CDTF">2026-06-27T17:43:51Z</dcterms:modified>
</cp:coreProperties>
</file>